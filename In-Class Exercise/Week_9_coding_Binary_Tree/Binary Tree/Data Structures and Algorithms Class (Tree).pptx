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4"/>
  </p:notesMasterIdLst>
  <p:handoutMasterIdLst>
    <p:handoutMasterId r:id="rId25"/>
  </p:handoutMasterIdLst>
  <p:sldIdLst>
    <p:sldId id="256" r:id="rId2"/>
    <p:sldId id="294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66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1235" autoAdjust="0"/>
  </p:normalViewPr>
  <p:slideViewPr>
    <p:cSldViewPr snapToGrid="0">
      <p:cViewPr varScale="1">
        <p:scale>
          <a:sx n="99" d="100"/>
          <a:sy n="99" d="100"/>
        </p:scale>
        <p:origin x="948" y="3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2D496F-B101-1211-AFFA-1D9867F4AA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C3F4AA-A88E-4DB7-0D2C-DFB175720C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93666-BDF6-41F3-A4AF-472C7AFDFAA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D7A32E-CF54-1E91-69C2-0D828AA0BB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AB3BBC-45C8-C92B-0DD6-0944183A29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E32416-54A7-4D58-B338-49B55F757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69081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97637-9F2B-45AD-9249-6EE315ADDAC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59128-ACDA-423A-ADCD-35B5E3FF3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0958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Ancestor of N8 is N4 N2 N1</a:t>
            </a:r>
          </a:p>
          <a:p>
            <a:r>
              <a:rPr lang="en-US" dirty="0"/>
              <a:t>Depth of node is Depth of N4 = 2</a:t>
            </a:r>
          </a:p>
          <a:p>
            <a:r>
              <a:rPr lang="en-US" dirty="0"/>
              <a:t>Height of node is Height of N3 =1</a:t>
            </a:r>
          </a:p>
          <a:p>
            <a:r>
              <a:rPr lang="en-US" dirty="0"/>
              <a:t>Depth of tree is depth of root node  N1 = 0</a:t>
            </a:r>
          </a:p>
          <a:p>
            <a:r>
              <a:rPr lang="en-US" dirty="0"/>
              <a:t>Height of tee is height of root node N1 = 3</a:t>
            </a:r>
          </a:p>
        </p:txBody>
      </p:sp>
    </p:spTree>
    <p:extLst>
      <p:ext uri="{BB962C8B-B14F-4D97-AF65-F5344CB8AC3E}">
        <p14:creationId xmlns:p14="http://schemas.microsoft.com/office/powerpoint/2010/main" val="917028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Binary Tree – Two or zero children, but not one child</a:t>
            </a:r>
          </a:p>
          <a:p>
            <a:r>
              <a:rPr lang="en-US" dirty="0"/>
              <a:t>Perfect Binary Tree – All nodes have two children, but not leaf nodes, and they are at the same depth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888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Binary Tree – All levels are filled except for the last level</a:t>
            </a:r>
          </a:p>
          <a:p>
            <a:r>
              <a:rPr lang="en-US" dirty="0"/>
              <a:t>The root node has two children, and each child also has two children, except for the last nodes. And all node have left as possible.</a:t>
            </a:r>
          </a:p>
          <a:p>
            <a:r>
              <a:rPr lang="en-US" dirty="0"/>
              <a:t>If N8 and N9 are not under N4 and if under N5 then we cannot call complete Binary Tree</a:t>
            </a:r>
          </a:p>
          <a:p>
            <a:endParaRPr lang="en-US" dirty="0"/>
          </a:p>
          <a:p>
            <a:r>
              <a:rPr lang="en-US" dirty="0"/>
              <a:t>Balanced Binary Tree – all leaf nodes are same distance from the root node.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62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DFS – Go deep first and backtracks</a:t>
            </a:r>
          </a:p>
          <a:p>
            <a:r>
              <a:rPr lang="en-US" dirty="0"/>
              <a:t>BFS – Level by level</a:t>
            </a:r>
          </a:p>
        </p:txBody>
      </p:sp>
    </p:spTree>
    <p:extLst>
      <p:ext uri="{BB962C8B-B14F-4D97-AF65-F5344CB8AC3E}">
        <p14:creationId xmlns:p14="http://schemas.microsoft.com/office/powerpoint/2010/main" val="106785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986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7802-A0B9-4F16-9A70-E87593B24832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908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18E64-19F4-4040-BD29-FF62FB08E3CC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33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C069-F774-467C-97C7-B5BDCF1A328D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26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EB8B3-79D3-4934-A7E7-648096D0B35E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66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02B65-3DC6-47B0-81B0-EECE70582FD5}" type="datetime1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779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FF93B-AFA3-47E8-9070-88149BA076A1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10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F0A20-B01A-4FD4-9A88-70958A10D4D8}" type="datetime1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056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7D048-CF29-41F4-8A1F-9BAD891642DC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59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586E-75B2-447B-AE09-133BF6D82496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34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3E5ED-4A91-4D1D-8ED9-22D797F97E6B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64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D1112-9BC4-46B2-879E-44B0773BC22A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599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A51A7-A7D1-4558-B95A-CF7E93E94782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9712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92D65-04EC-48BD-8F7F-55D75EF93D1B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95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07BA5-8495-4910-B010-25157B2A83FA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061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464C6-E795-411C-9144-F0D30532836E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319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5D28-9AA6-4E74-968A-3FECC5FA4A3D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284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49B5E-AB70-4277-B091-0D965585E4B3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09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AD49071-1ACC-4F9C-AC48-DD9EDEC1446C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73DA3E0-73ED-4773-9BCC-62825AF5E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636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7488A-DDE6-E126-58CB-1D730FF628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6899" y="970364"/>
            <a:ext cx="10398201" cy="1851896"/>
          </a:xfrm>
        </p:spPr>
        <p:txBody>
          <a:bodyPr>
            <a:noAutofit/>
          </a:bodyPr>
          <a:lstStyle/>
          <a:p>
            <a:br>
              <a:rPr lang="en-US" sz="6000" dirty="0"/>
            </a:br>
            <a:r>
              <a:rPr lang="en-US" sz="6000" dirty="0"/>
              <a:t>Data Structures &amp;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D64EBC-56FE-6F70-5A52-05F79FE97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1293" y="5018136"/>
            <a:ext cx="2725174" cy="595904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2800" dirty="0"/>
              <a:t>Dr. Si Thu Aung</a:t>
            </a:r>
          </a:p>
          <a:p>
            <a:pPr algn="l">
              <a:spcBef>
                <a:spcPts val="0"/>
              </a:spcBef>
            </a:pPr>
            <a:endParaRPr lang="en-US" sz="32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31AD4E-6469-10B3-37DA-A5F2E52B6800}"/>
              </a:ext>
            </a:extLst>
          </p:cNvPr>
          <p:cNvSpPr txBox="1">
            <a:spLocks/>
          </p:cNvSpPr>
          <p:nvPr/>
        </p:nvSpPr>
        <p:spPr>
          <a:xfrm>
            <a:off x="1375982" y="2966593"/>
            <a:ext cx="9567941" cy="91458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dirty="0"/>
              <a:t>Today’s Topic: Tree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A52F6CD-8DC5-83DB-A634-BAF148717E0F}"/>
              </a:ext>
            </a:extLst>
          </p:cNvPr>
          <p:cNvSpPr txBox="1">
            <a:spLocks/>
          </p:cNvSpPr>
          <p:nvPr/>
        </p:nvSpPr>
        <p:spPr>
          <a:xfrm>
            <a:off x="1427835" y="186405"/>
            <a:ext cx="1366736" cy="111474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2400" b="1" dirty="0"/>
              <a:t>D</a:t>
            </a:r>
            <a:r>
              <a:rPr lang="en-US" sz="1600" dirty="0"/>
              <a:t>  </a:t>
            </a:r>
            <a:r>
              <a:rPr lang="en-US" sz="1200" dirty="0">
                <a:solidFill>
                  <a:srgbClr val="FF0000"/>
                </a:solidFill>
              </a:rPr>
              <a:t>Data</a:t>
            </a:r>
          </a:p>
          <a:p>
            <a:pPr algn="l"/>
            <a:r>
              <a:rPr lang="en-US" sz="2400" b="1" dirty="0"/>
              <a:t>S</a:t>
            </a:r>
            <a:r>
              <a:rPr lang="en-US" sz="1600" dirty="0"/>
              <a:t>   </a:t>
            </a:r>
            <a:r>
              <a:rPr lang="en-US" sz="1200" dirty="0">
                <a:solidFill>
                  <a:srgbClr val="00B050"/>
                </a:solidFill>
              </a:rPr>
              <a:t>Structures</a:t>
            </a:r>
          </a:p>
          <a:p>
            <a:pPr algn="l"/>
            <a:r>
              <a:rPr lang="en-US" sz="2400" b="1" dirty="0"/>
              <a:t>A</a:t>
            </a:r>
            <a:r>
              <a:rPr lang="en-US" sz="1600" dirty="0"/>
              <a:t>  </a:t>
            </a:r>
            <a:r>
              <a:rPr lang="en-US" sz="1200" dirty="0">
                <a:solidFill>
                  <a:srgbClr val="00B0F0"/>
                </a:solidFill>
              </a:rPr>
              <a:t>Algorithms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69139D-9ADD-F7F9-71A9-F2AE9F176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1307" y="127329"/>
            <a:ext cx="1232899" cy="12328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D189A3B-A06C-516D-D8EC-4760901F22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32" y="5712334"/>
            <a:ext cx="502083" cy="502920"/>
          </a:xfrm>
          <a:prstGeom prst="rect">
            <a:avLst/>
          </a:prstGeom>
        </p:spPr>
      </p:pic>
      <p:sp>
        <p:nvSpPr>
          <p:cNvPr id="18" name="Subtitle 2">
            <a:extLst>
              <a:ext uri="{FF2B5EF4-FFF2-40B4-BE49-F238E27FC236}">
                <a16:creationId xmlns:a16="http://schemas.microsoft.com/office/drawing/2014/main" id="{0330EB29-F1DC-DD35-AF2F-231778A9A1C6}"/>
              </a:ext>
            </a:extLst>
          </p:cNvPr>
          <p:cNvSpPr txBox="1">
            <a:spLocks/>
          </p:cNvSpPr>
          <p:nvPr/>
        </p:nvSpPr>
        <p:spPr>
          <a:xfrm>
            <a:off x="941293" y="5741285"/>
            <a:ext cx="2725174" cy="51313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sz="2800" dirty="0"/>
              <a:t>in/drsithuaung/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7FB6EC-6B63-F21D-8DF8-57CEB46B90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95" y="5064628"/>
            <a:ext cx="502920" cy="5029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B6BED4-2AA3-DC7F-13CC-D40D657EAFE2}"/>
              </a:ext>
            </a:extLst>
          </p:cNvPr>
          <p:cNvSpPr txBox="1"/>
          <p:nvPr/>
        </p:nvSpPr>
        <p:spPr>
          <a:xfrm>
            <a:off x="941293" y="6361339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https://sithuaung-ink.github.io/data-analyst-portfolio/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856F63-2CB1-3D46-7F0B-09EF55D6A4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95" y="6314874"/>
            <a:ext cx="502920" cy="5029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1C27A3-7F23-5E48-C895-F30EF6FE0E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95" y="93392"/>
            <a:ext cx="1234440" cy="123444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F37F8-EBA6-CC5D-D6B3-0BA7CB1FF9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68488" y="6254422"/>
            <a:ext cx="2743200" cy="365125"/>
          </a:xfrm>
        </p:spPr>
        <p:txBody>
          <a:bodyPr/>
          <a:lstStyle/>
          <a:p>
            <a:r>
              <a:rPr lang="en-US" sz="1800" dirty="0"/>
              <a:t>3/26/2026</a:t>
            </a:r>
          </a:p>
        </p:txBody>
      </p:sp>
    </p:spTree>
    <p:extLst>
      <p:ext uri="{BB962C8B-B14F-4D97-AF65-F5344CB8AC3E}">
        <p14:creationId xmlns:p14="http://schemas.microsoft.com/office/powerpoint/2010/main" val="2403403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97EDC-2322-0425-EEC6-62A16F64B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ED7E6B-3EEA-6FEF-97F5-EEF6ACB45B5C}"/>
              </a:ext>
            </a:extLst>
          </p:cNvPr>
          <p:cNvSpPr txBox="1"/>
          <p:nvPr/>
        </p:nvSpPr>
        <p:spPr>
          <a:xfrm>
            <a:off x="0" y="-30822"/>
            <a:ext cx="12192000" cy="1200329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600" dirty="0">
                <a:latin typeface="+mj-lt"/>
              </a:rPr>
              <a:t>What is a Tree?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1CE423-58AE-A94F-EBD9-AFA799ABA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0D28BF-6E4D-DBC9-6D11-127D358CC136}"/>
              </a:ext>
            </a:extLst>
          </p:cNvPr>
          <p:cNvSpPr txBox="1"/>
          <p:nvPr/>
        </p:nvSpPr>
        <p:spPr>
          <a:xfrm>
            <a:off x="859780" y="1330959"/>
            <a:ext cx="10202774" cy="87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 tree is an abstract data type that organizes elements hierarchically. Except for the top element, each element in a tree has a parent and can have zero or more child elements.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9274BCF-EA70-447E-9C37-946C5B951363}"/>
              </a:ext>
            </a:extLst>
          </p:cNvPr>
          <p:cNvGrpSpPr/>
          <p:nvPr/>
        </p:nvGrpSpPr>
        <p:grpSpPr>
          <a:xfrm>
            <a:off x="487597" y="2494041"/>
            <a:ext cx="11216806" cy="3613581"/>
            <a:chOff x="176462" y="2147532"/>
            <a:chExt cx="11216806" cy="3613581"/>
          </a:xfrm>
          <a:solidFill>
            <a:srgbClr val="00B050"/>
          </a:solidFill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3379D03-4930-6F0C-94B1-24B83FB5DB44}"/>
                </a:ext>
              </a:extLst>
            </p:cNvPr>
            <p:cNvSpPr/>
            <p:nvPr/>
          </p:nvSpPr>
          <p:spPr>
            <a:xfrm>
              <a:off x="4906324" y="2147532"/>
              <a:ext cx="1212784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Drinks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68963D8-11D6-5236-B425-E533D22F8E19}"/>
                </a:ext>
              </a:extLst>
            </p:cNvPr>
            <p:cNvSpPr/>
            <p:nvPr/>
          </p:nvSpPr>
          <p:spPr>
            <a:xfrm>
              <a:off x="2480756" y="3071722"/>
              <a:ext cx="1212784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Hot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7BC15F1-8E43-5A3A-C74C-1A48676CF287}"/>
                </a:ext>
              </a:extLst>
            </p:cNvPr>
            <p:cNvSpPr/>
            <p:nvPr/>
          </p:nvSpPr>
          <p:spPr>
            <a:xfrm>
              <a:off x="7477228" y="2881669"/>
              <a:ext cx="1212784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Cold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3572034E-405D-C145-F2FF-146401B117C7}"/>
                </a:ext>
              </a:extLst>
            </p:cNvPr>
            <p:cNvSpPr/>
            <p:nvPr/>
          </p:nvSpPr>
          <p:spPr>
            <a:xfrm>
              <a:off x="1682814" y="3993711"/>
              <a:ext cx="1212784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Tea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0D4B0C1-27AF-BE7F-7DB4-5091BE6CC402}"/>
                </a:ext>
              </a:extLst>
            </p:cNvPr>
            <p:cNvSpPr/>
            <p:nvPr/>
          </p:nvSpPr>
          <p:spPr>
            <a:xfrm>
              <a:off x="3693540" y="3998910"/>
              <a:ext cx="1212784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Coffee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71B669A-FD34-C323-6942-738A2F05BF9F}"/>
                </a:ext>
              </a:extLst>
            </p:cNvPr>
            <p:cNvSpPr/>
            <p:nvPr/>
          </p:nvSpPr>
          <p:spPr>
            <a:xfrm>
              <a:off x="6096000" y="3993711"/>
              <a:ext cx="1212784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Soda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0055EB2-A7D6-82DE-5596-E90E5A0EC799}"/>
                </a:ext>
              </a:extLst>
            </p:cNvPr>
            <p:cNvSpPr/>
            <p:nvPr/>
          </p:nvSpPr>
          <p:spPr>
            <a:xfrm>
              <a:off x="9229021" y="3886339"/>
              <a:ext cx="1212784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Juice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6A985B5-84B5-D9B8-B3F2-EB95510BEAA6}"/>
                </a:ext>
              </a:extLst>
            </p:cNvPr>
            <p:cNvSpPr/>
            <p:nvPr/>
          </p:nvSpPr>
          <p:spPr>
            <a:xfrm>
              <a:off x="176462" y="5328398"/>
              <a:ext cx="865928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Green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0135C5E-F716-1728-63AE-4B171213F319}"/>
                </a:ext>
              </a:extLst>
            </p:cNvPr>
            <p:cNvSpPr/>
            <p:nvPr/>
          </p:nvSpPr>
          <p:spPr>
            <a:xfrm>
              <a:off x="1657146" y="5328398"/>
              <a:ext cx="914035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Black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9F8B101-A181-1F66-78CD-AC60DC769EAD}"/>
                </a:ext>
              </a:extLst>
            </p:cNvPr>
            <p:cNvSpPr/>
            <p:nvPr/>
          </p:nvSpPr>
          <p:spPr>
            <a:xfrm>
              <a:off x="3097787" y="5328398"/>
              <a:ext cx="785281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Latte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314ADC30-0E2F-F98A-F53F-28C1038E34C9}"/>
                </a:ext>
              </a:extLst>
            </p:cNvPr>
            <p:cNvSpPr/>
            <p:nvPr/>
          </p:nvSpPr>
          <p:spPr>
            <a:xfrm>
              <a:off x="4170793" y="5363799"/>
              <a:ext cx="1341923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Americano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DB2ED14F-5247-6391-6354-06A260C67E61}"/>
                </a:ext>
              </a:extLst>
            </p:cNvPr>
            <p:cNvSpPr/>
            <p:nvPr/>
          </p:nvSpPr>
          <p:spPr>
            <a:xfrm>
              <a:off x="5815825" y="5361080"/>
              <a:ext cx="808523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Cola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C01E8505-389C-3834-8398-2B2F4EE3D953}"/>
                </a:ext>
              </a:extLst>
            </p:cNvPr>
            <p:cNvSpPr/>
            <p:nvPr/>
          </p:nvSpPr>
          <p:spPr>
            <a:xfrm>
              <a:off x="7326669" y="5356510"/>
              <a:ext cx="808523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Lime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6FE5A557-F13A-0ADF-034A-A8BD5293F644}"/>
                </a:ext>
              </a:extLst>
            </p:cNvPr>
            <p:cNvSpPr/>
            <p:nvPr/>
          </p:nvSpPr>
          <p:spPr>
            <a:xfrm>
              <a:off x="8699696" y="5381007"/>
              <a:ext cx="808523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Apple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C3712A93-F714-754F-DFDD-5391A9EC1D50}"/>
                </a:ext>
              </a:extLst>
            </p:cNvPr>
            <p:cNvSpPr/>
            <p:nvPr/>
          </p:nvSpPr>
          <p:spPr>
            <a:xfrm>
              <a:off x="10441805" y="5381007"/>
              <a:ext cx="951463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Orange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F47D4F9-A3CE-A5FE-BEE0-CAC745CD74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4401" y="2527638"/>
              <a:ext cx="1341923" cy="544084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C34D325-46F5-D9F8-871B-BEA0D78D5D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9108" y="2492248"/>
              <a:ext cx="1358120" cy="38942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92FFEC2-E266-C3DD-96D1-ECDCC2E089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3864" y="3454443"/>
              <a:ext cx="211108" cy="539268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F55850B-078F-6843-EF58-AE3E0149045D}"/>
                </a:ext>
              </a:extLst>
            </p:cNvPr>
            <p:cNvCxnSpPr>
              <a:cxnSpLocks/>
            </p:cNvCxnSpPr>
            <p:nvPr/>
          </p:nvCxnSpPr>
          <p:spPr>
            <a:xfrm>
              <a:off x="3536022" y="3451828"/>
              <a:ext cx="265957" cy="541883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3C65D27-1DCA-9A55-EB2A-45990E8AAF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2390" y="4369001"/>
              <a:ext cx="662863" cy="959397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BC43C06-7BA5-CA3F-6267-F3D564046D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31859" y="4379016"/>
              <a:ext cx="27294" cy="94938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32CF494-6D90-A807-E384-40789DA723BE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flipV="1">
              <a:off x="3490428" y="4376536"/>
              <a:ext cx="350347" cy="95186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CC74068-BC4F-CFF5-C551-B79C9B4976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8912" y="4416555"/>
              <a:ext cx="277412" cy="911843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B609946-9D57-14EB-F18B-CDD6FB8D10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2695" y="3271090"/>
              <a:ext cx="434110" cy="70524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D5280C3-43E7-9580-755A-2DB198E9D0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44505" y="3283684"/>
              <a:ext cx="753499" cy="602655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A0367B4-DA89-A33A-8DD4-A569578343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4375077"/>
              <a:ext cx="244711" cy="95332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D3F7B87-EDC4-8647-AF4A-E498AE886C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02583" y="4373817"/>
              <a:ext cx="353528" cy="95458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480749C-13D9-6D15-D45B-D48BE7687D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86248" y="4266445"/>
              <a:ext cx="390100" cy="1097354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7602EC4D-80A0-9009-2A0B-7EB3F034B5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02115" y="4283653"/>
              <a:ext cx="649304" cy="1097354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3825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86F8B-D9BE-1A0B-93BA-A8C89EFBC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CB63E3-0389-5A54-4E81-67D0F0889775}"/>
              </a:ext>
            </a:extLst>
          </p:cNvPr>
          <p:cNvSpPr txBox="1"/>
          <p:nvPr/>
        </p:nvSpPr>
        <p:spPr>
          <a:xfrm>
            <a:off x="0" y="-30822"/>
            <a:ext cx="12192000" cy="1200329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600" dirty="0">
                <a:latin typeface="+mj-lt"/>
              </a:rPr>
              <a:t>What is a Tree?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78CEA6-3D6C-EAAA-DF7A-4FD204A8A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828271B1-F090-3A38-EA60-A59A7D22A000}"/>
              </a:ext>
            </a:extLst>
          </p:cNvPr>
          <p:cNvGrpSpPr/>
          <p:nvPr/>
        </p:nvGrpSpPr>
        <p:grpSpPr>
          <a:xfrm>
            <a:off x="472440" y="1312471"/>
            <a:ext cx="11145253" cy="2556885"/>
            <a:chOff x="176462" y="2147532"/>
            <a:chExt cx="11216806" cy="3613581"/>
          </a:xfrm>
          <a:solidFill>
            <a:srgbClr val="00B050"/>
          </a:solidFill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EBB8FE7-1720-A471-2221-8A165C4D9411}"/>
                </a:ext>
              </a:extLst>
            </p:cNvPr>
            <p:cNvSpPr/>
            <p:nvPr/>
          </p:nvSpPr>
          <p:spPr>
            <a:xfrm>
              <a:off x="4906324" y="2147532"/>
              <a:ext cx="1212784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Drinks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9BAF23E-1816-E3DD-871C-024D79F81AA9}"/>
                </a:ext>
              </a:extLst>
            </p:cNvPr>
            <p:cNvSpPr/>
            <p:nvPr/>
          </p:nvSpPr>
          <p:spPr>
            <a:xfrm>
              <a:off x="2480756" y="3071722"/>
              <a:ext cx="1212784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Hot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F60B67D-5055-9540-2099-6C4E1D17EE78}"/>
                </a:ext>
              </a:extLst>
            </p:cNvPr>
            <p:cNvSpPr/>
            <p:nvPr/>
          </p:nvSpPr>
          <p:spPr>
            <a:xfrm>
              <a:off x="7477228" y="2881669"/>
              <a:ext cx="1212784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Cold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3D65A86F-1E75-0CA8-F541-0417B044D334}"/>
                </a:ext>
              </a:extLst>
            </p:cNvPr>
            <p:cNvSpPr/>
            <p:nvPr/>
          </p:nvSpPr>
          <p:spPr>
            <a:xfrm>
              <a:off x="1682814" y="3993711"/>
              <a:ext cx="1212784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Tea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09F9904-C5F3-8244-E494-E641A57CF300}"/>
                </a:ext>
              </a:extLst>
            </p:cNvPr>
            <p:cNvSpPr/>
            <p:nvPr/>
          </p:nvSpPr>
          <p:spPr>
            <a:xfrm>
              <a:off x="3693540" y="3998910"/>
              <a:ext cx="1212784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Coffee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340D59E-C81F-35EF-17BF-6BBC044EAD8A}"/>
                </a:ext>
              </a:extLst>
            </p:cNvPr>
            <p:cNvSpPr/>
            <p:nvPr/>
          </p:nvSpPr>
          <p:spPr>
            <a:xfrm>
              <a:off x="6096000" y="3993711"/>
              <a:ext cx="1212784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Soda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502D845-DFDF-663E-074B-9B86F109972D}"/>
                </a:ext>
              </a:extLst>
            </p:cNvPr>
            <p:cNvSpPr/>
            <p:nvPr/>
          </p:nvSpPr>
          <p:spPr>
            <a:xfrm>
              <a:off x="9229021" y="3886339"/>
              <a:ext cx="1212784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Juice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491F4DA-3B8B-8615-D1E0-CAA9B74E2456}"/>
                </a:ext>
              </a:extLst>
            </p:cNvPr>
            <p:cNvSpPr/>
            <p:nvPr/>
          </p:nvSpPr>
          <p:spPr>
            <a:xfrm>
              <a:off x="176462" y="5328398"/>
              <a:ext cx="865928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Green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FEF73D3-8C4B-AB1F-A422-C514507C35F3}"/>
                </a:ext>
              </a:extLst>
            </p:cNvPr>
            <p:cNvSpPr/>
            <p:nvPr/>
          </p:nvSpPr>
          <p:spPr>
            <a:xfrm>
              <a:off x="1657146" y="5328398"/>
              <a:ext cx="914035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Black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2D70C75-0D1A-9F27-E59F-5274EA25439F}"/>
                </a:ext>
              </a:extLst>
            </p:cNvPr>
            <p:cNvSpPr/>
            <p:nvPr/>
          </p:nvSpPr>
          <p:spPr>
            <a:xfrm>
              <a:off x="3097787" y="5328398"/>
              <a:ext cx="785281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Latte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F330EF6-D589-8F7C-19CD-BF4E17B53484}"/>
                </a:ext>
              </a:extLst>
            </p:cNvPr>
            <p:cNvSpPr/>
            <p:nvPr/>
          </p:nvSpPr>
          <p:spPr>
            <a:xfrm>
              <a:off x="4170793" y="5363799"/>
              <a:ext cx="1341923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Americano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1927F845-E36D-091B-2B96-DEA4F8A50635}"/>
                </a:ext>
              </a:extLst>
            </p:cNvPr>
            <p:cNvSpPr/>
            <p:nvPr/>
          </p:nvSpPr>
          <p:spPr>
            <a:xfrm>
              <a:off x="5815825" y="5361080"/>
              <a:ext cx="808523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Cola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52C107A7-A4C2-4064-98E8-3563555E9AC2}"/>
                </a:ext>
              </a:extLst>
            </p:cNvPr>
            <p:cNvSpPr/>
            <p:nvPr/>
          </p:nvSpPr>
          <p:spPr>
            <a:xfrm>
              <a:off x="7326669" y="5356510"/>
              <a:ext cx="808523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Lime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55B5587B-ACA3-C453-CBC0-C2C295C6D0A6}"/>
                </a:ext>
              </a:extLst>
            </p:cNvPr>
            <p:cNvSpPr/>
            <p:nvPr/>
          </p:nvSpPr>
          <p:spPr>
            <a:xfrm>
              <a:off x="8699696" y="5381007"/>
              <a:ext cx="808523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Apple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D25C1DE-3EB6-D0E4-C4F4-219C38BDE614}"/>
                </a:ext>
              </a:extLst>
            </p:cNvPr>
            <p:cNvSpPr/>
            <p:nvPr/>
          </p:nvSpPr>
          <p:spPr>
            <a:xfrm>
              <a:off x="10441805" y="5381007"/>
              <a:ext cx="951463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Orange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7C22D90-417E-56C8-5C22-7132C67B7F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4401" y="2527638"/>
              <a:ext cx="1341923" cy="544084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3F740B6-1A02-C621-152F-24AABA18C6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9108" y="2492248"/>
              <a:ext cx="1358120" cy="38942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39E96B7-FC91-A911-DC7D-9C6B6165EA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3864" y="3454443"/>
              <a:ext cx="211108" cy="539268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7E057CC-10F8-1846-CD7B-77B49A53AE4D}"/>
                </a:ext>
              </a:extLst>
            </p:cNvPr>
            <p:cNvCxnSpPr>
              <a:cxnSpLocks/>
            </p:cNvCxnSpPr>
            <p:nvPr/>
          </p:nvCxnSpPr>
          <p:spPr>
            <a:xfrm>
              <a:off x="3536022" y="3451828"/>
              <a:ext cx="265957" cy="541883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E30BC3D-D739-F6FD-8CC5-9C63852C78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2390" y="4369001"/>
              <a:ext cx="662863" cy="959397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8E91F7C-717A-CE23-9CE4-03942BF3C9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31859" y="4379016"/>
              <a:ext cx="27294" cy="94938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BE3E8D9-FAE3-94BB-2693-3B39D5A2B717}"/>
                </a:ext>
              </a:extLst>
            </p:cNvPr>
            <p:cNvCxnSpPr>
              <a:cxnSpLocks/>
              <a:stCxn id="20" idx="0"/>
            </p:cNvCxnSpPr>
            <p:nvPr/>
          </p:nvCxnSpPr>
          <p:spPr>
            <a:xfrm flipV="1">
              <a:off x="3490428" y="4376536"/>
              <a:ext cx="350347" cy="95186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EB15008-C584-2135-71F8-209531C4CF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28912" y="4416555"/>
              <a:ext cx="277412" cy="911843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95869BA-6B57-245E-04EA-D32746C566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2695" y="3271090"/>
              <a:ext cx="434110" cy="70524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6B8CBF5-A851-A5E1-6D93-2CEDA9EF66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44505" y="3283684"/>
              <a:ext cx="753499" cy="602655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2895DFE-ABD3-0F82-52EE-B2FFC49D26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4375077"/>
              <a:ext cx="244711" cy="95332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6FC5F12-73A7-F415-FBBF-3AFE010B42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02583" y="4373817"/>
              <a:ext cx="353528" cy="95458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2FCEA7D-7754-D5E8-2E1E-56BC36CB0D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86248" y="4266445"/>
              <a:ext cx="390100" cy="1097354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21CD8D8-9534-11D0-C109-8F4F1BCF9A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02115" y="4283653"/>
              <a:ext cx="649304" cy="1097354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90D3872-641D-E39D-5E62-99C3F71FD497}"/>
              </a:ext>
            </a:extLst>
          </p:cNvPr>
          <p:cNvSpPr txBox="1"/>
          <p:nvPr/>
        </p:nvSpPr>
        <p:spPr>
          <a:xfrm>
            <a:off x="893792" y="4586448"/>
            <a:ext cx="10202774" cy="1705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Properties: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Represent hierarchical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Each node has two components: data and a link to its subcategory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Base category and sub-categories under it</a:t>
            </a:r>
          </a:p>
        </p:txBody>
      </p:sp>
    </p:spTree>
    <p:extLst>
      <p:ext uri="{BB962C8B-B14F-4D97-AF65-F5344CB8AC3E}">
        <p14:creationId xmlns:p14="http://schemas.microsoft.com/office/powerpoint/2010/main" val="3183208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6B7D1-D633-F9F7-A191-19F68CDBF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A51EB4-F46B-E1D9-106B-294B0C91EFF9}"/>
              </a:ext>
            </a:extLst>
          </p:cNvPr>
          <p:cNvSpPr txBox="1"/>
          <p:nvPr/>
        </p:nvSpPr>
        <p:spPr>
          <a:xfrm>
            <a:off x="0" y="-30822"/>
            <a:ext cx="12192000" cy="1200329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600" dirty="0">
                <a:latin typeface="+mj-lt"/>
              </a:rPr>
              <a:t>What is a Tree?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EDF300-29E1-41E3-E097-771F431EA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D020CF-CF71-E7ED-2FFD-EF621C359739}"/>
              </a:ext>
            </a:extLst>
          </p:cNvPr>
          <p:cNvSpPr txBox="1"/>
          <p:nvPr/>
        </p:nvSpPr>
        <p:spPr>
          <a:xfrm>
            <a:off x="994613" y="4990743"/>
            <a:ext cx="10202774" cy="1705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Tree Properties: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Represent hierarchical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Each node has two components: data and a link to its subcategory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Base category and sub-categories under it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F19AD3F-F40E-A941-E364-965540B4B2A6}"/>
              </a:ext>
            </a:extLst>
          </p:cNvPr>
          <p:cNvGrpSpPr/>
          <p:nvPr/>
        </p:nvGrpSpPr>
        <p:grpSpPr>
          <a:xfrm>
            <a:off x="2999876" y="1303906"/>
            <a:ext cx="4892840" cy="3489475"/>
            <a:chOff x="7644787" y="2975869"/>
            <a:chExt cx="4202548" cy="3018151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E965D4C1-D10A-5C0A-3576-D8EB55E98800}"/>
                </a:ext>
              </a:extLst>
            </p:cNvPr>
            <p:cNvSpPr/>
            <p:nvPr/>
          </p:nvSpPr>
          <p:spPr>
            <a:xfrm>
              <a:off x="9615640" y="2975869"/>
              <a:ext cx="548640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N1</a:t>
              </a:r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98BE88B7-F7A4-3CC1-E684-F57738F5F18C}"/>
                </a:ext>
              </a:extLst>
            </p:cNvPr>
            <p:cNvSpPr/>
            <p:nvPr/>
          </p:nvSpPr>
          <p:spPr>
            <a:xfrm>
              <a:off x="8840382" y="362904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N2</a:t>
              </a:r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44153337-D9EB-709A-AF8A-C741E184C1F5}"/>
                </a:ext>
              </a:extLst>
            </p:cNvPr>
            <p:cNvSpPr/>
            <p:nvPr/>
          </p:nvSpPr>
          <p:spPr>
            <a:xfrm>
              <a:off x="10686047" y="357396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N3</a:t>
              </a:r>
            </a:p>
          </p:txBody>
        </p:sp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85BAAAEF-706F-B733-614C-6AE510391680}"/>
                </a:ext>
              </a:extLst>
            </p:cNvPr>
            <p:cNvSpPr/>
            <p:nvPr/>
          </p:nvSpPr>
          <p:spPr>
            <a:xfrm>
              <a:off x="10164839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N6</a:t>
              </a:r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7389D139-A02E-0343-EBFA-5EB0841ECAE4}"/>
                </a:ext>
              </a:extLst>
            </p:cNvPr>
            <p:cNvSpPr/>
            <p:nvPr/>
          </p:nvSpPr>
          <p:spPr>
            <a:xfrm>
              <a:off x="11326127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N7</a:t>
              </a:r>
            </a:p>
          </p:txBody>
        </p:sp>
        <p:sp>
          <p:nvSpPr>
            <p:cNvPr id="26" name="Flowchart: Connector 25">
              <a:extLst>
                <a:ext uri="{FF2B5EF4-FFF2-40B4-BE49-F238E27FC236}">
                  <a16:creationId xmlns:a16="http://schemas.microsoft.com/office/drawing/2014/main" id="{4375B337-D822-D05F-06FA-6782E9E2D7D0}"/>
                </a:ext>
              </a:extLst>
            </p:cNvPr>
            <p:cNvSpPr/>
            <p:nvPr/>
          </p:nvSpPr>
          <p:spPr>
            <a:xfrm>
              <a:off x="9327283" y="455780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N5</a:t>
              </a:r>
            </a:p>
          </p:txBody>
        </p:sp>
        <p:sp>
          <p:nvSpPr>
            <p:cNvPr id="29" name="Flowchart: Connector 28">
              <a:extLst>
                <a:ext uri="{FF2B5EF4-FFF2-40B4-BE49-F238E27FC236}">
                  <a16:creationId xmlns:a16="http://schemas.microsoft.com/office/drawing/2014/main" id="{4A590A0B-E72A-48B7-AE83-ECC785EA0F34}"/>
                </a:ext>
              </a:extLst>
            </p:cNvPr>
            <p:cNvSpPr/>
            <p:nvPr/>
          </p:nvSpPr>
          <p:spPr>
            <a:xfrm>
              <a:off x="8165995" y="457541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N4</a:t>
              </a:r>
            </a:p>
          </p:txBody>
        </p:sp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E355B358-DAC3-BB39-FEC6-40B8B1039E82}"/>
                </a:ext>
              </a:extLst>
            </p:cNvPr>
            <p:cNvSpPr/>
            <p:nvPr/>
          </p:nvSpPr>
          <p:spPr>
            <a:xfrm>
              <a:off x="8705511" y="5491100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N9</a:t>
              </a:r>
            </a:p>
          </p:txBody>
        </p:sp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441968D4-D6DE-86D0-AF1D-4A20957C9B58}"/>
                </a:ext>
              </a:extLst>
            </p:cNvPr>
            <p:cNvSpPr/>
            <p:nvPr/>
          </p:nvSpPr>
          <p:spPr>
            <a:xfrm>
              <a:off x="7644787" y="548167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N8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C95D03F-EDD9-9780-605D-F2AF3939B011}"/>
                </a:ext>
              </a:extLst>
            </p:cNvPr>
            <p:cNvCxnSpPr>
              <a:cxnSpLocks/>
              <a:stCxn id="9" idx="3"/>
              <a:endCxn id="10" idx="7"/>
            </p:cNvCxnSpPr>
            <p:nvPr/>
          </p:nvCxnSpPr>
          <p:spPr>
            <a:xfrm flipH="1">
              <a:off x="9285261" y="3405138"/>
              <a:ext cx="410725" cy="2975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F44374A-8E88-C353-1A78-56E77F7A4971}"/>
                </a:ext>
              </a:extLst>
            </p:cNvPr>
            <p:cNvCxnSpPr>
              <a:cxnSpLocks/>
            </p:cNvCxnSpPr>
            <p:nvPr/>
          </p:nvCxnSpPr>
          <p:spPr>
            <a:xfrm>
              <a:off x="10111981" y="3380767"/>
              <a:ext cx="574066" cy="30047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A25E3ED-63A6-4898-F501-8121CAEDAD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9999" y="4076342"/>
              <a:ext cx="371024" cy="4990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BAA7112-DB82-A75C-9ABA-98FDE8124626}"/>
                </a:ext>
              </a:extLst>
            </p:cNvPr>
            <p:cNvCxnSpPr>
              <a:cxnSpLocks/>
              <a:endCxn id="31" idx="7"/>
            </p:cNvCxnSpPr>
            <p:nvPr/>
          </p:nvCxnSpPr>
          <p:spPr>
            <a:xfrm flipH="1">
              <a:off x="8089666" y="5078337"/>
              <a:ext cx="239596" cy="47699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3E0A59F-D854-3B60-D2F4-CFA8D10E7E89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>
              <a:off x="8542244" y="5074195"/>
              <a:ext cx="239596" cy="4905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A2CFE8B-BFFE-16FF-D460-0D9556209708}"/>
                </a:ext>
              </a:extLst>
            </p:cNvPr>
            <p:cNvCxnSpPr>
              <a:cxnSpLocks/>
            </p:cNvCxnSpPr>
            <p:nvPr/>
          </p:nvCxnSpPr>
          <p:spPr>
            <a:xfrm>
              <a:off x="9233888" y="4119595"/>
              <a:ext cx="202965" cy="4558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4558381-791A-9639-CE5A-E976CDA665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37806" y="4044054"/>
              <a:ext cx="250344" cy="5064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2628427-02CE-BAB1-EBF1-A8C08BE41DEC}"/>
                </a:ext>
              </a:extLst>
            </p:cNvPr>
            <p:cNvCxnSpPr>
              <a:cxnSpLocks/>
            </p:cNvCxnSpPr>
            <p:nvPr/>
          </p:nvCxnSpPr>
          <p:spPr>
            <a:xfrm>
              <a:off x="11106449" y="4055512"/>
              <a:ext cx="327679" cy="51990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9017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F24AD-D34F-6CB6-07BA-476690FD1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1C63A3-62C7-6F2F-998A-B25E5C39EDBF}"/>
              </a:ext>
            </a:extLst>
          </p:cNvPr>
          <p:cNvSpPr txBox="1"/>
          <p:nvPr/>
        </p:nvSpPr>
        <p:spPr>
          <a:xfrm>
            <a:off x="0" y="-30822"/>
            <a:ext cx="12192000" cy="1200329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600" dirty="0">
                <a:latin typeface="+mj-lt"/>
              </a:rPr>
              <a:t>What does a Tree need?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DBB768-2C5E-3C41-0DBC-7689F7747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D9025B-41BE-66BC-F05C-29086ADC54AB}"/>
              </a:ext>
            </a:extLst>
          </p:cNvPr>
          <p:cNvSpPr txBox="1"/>
          <p:nvPr/>
        </p:nvSpPr>
        <p:spPr>
          <a:xfrm>
            <a:off x="938925" y="1377589"/>
            <a:ext cx="10202774" cy="12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Quicker and easier access to the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Store hierarchical data, like folder structure, organization structure, XML/HTML data.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1DDECF6-904C-ED42-6AEE-0D6F6D975585}"/>
              </a:ext>
            </a:extLst>
          </p:cNvPr>
          <p:cNvGrpSpPr/>
          <p:nvPr/>
        </p:nvGrpSpPr>
        <p:grpSpPr>
          <a:xfrm>
            <a:off x="2418279" y="2667622"/>
            <a:ext cx="7355442" cy="3663920"/>
            <a:chOff x="2328221" y="2442567"/>
            <a:chExt cx="7355442" cy="366392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4EF76AE-43BD-D5F2-CC21-1EFA474CA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891" t="17054" r="11796" b="17052"/>
            <a:stretch>
              <a:fillRect/>
            </a:stretch>
          </p:blipFill>
          <p:spPr>
            <a:xfrm>
              <a:off x="4793893" y="2442567"/>
              <a:ext cx="731520" cy="631649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541675D-AD90-B579-FA50-A7F901CE04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3813" y="3784245"/>
              <a:ext cx="640080" cy="88223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6AC9ADF-3D42-65C1-CF2C-6C549B420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891" t="17054" r="11796" b="17052"/>
            <a:stretch>
              <a:fillRect/>
            </a:stretch>
          </p:blipFill>
          <p:spPr>
            <a:xfrm>
              <a:off x="2328221" y="3784246"/>
              <a:ext cx="731520" cy="631649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EEE4E99-8566-F059-843C-803FCF4D1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891" t="17054" r="11796" b="17052"/>
            <a:stretch>
              <a:fillRect/>
            </a:stretch>
          </p:blipFill>
          <p:spPr>
            <a:xfrm>
              <a:off x="6144741" y="3784245"/>
              <a:ext cx="731520" cy="631649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2B9F82C-2B59-C178-17A4-9786E8B1D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891" t="17054" r="11796" b="17052"/>
            <a:stretch>
              <a:fillRect/>
            </a:stretch>
          </p:blipFill>
          <p:spPr>
            <a:xfrm>
              <a:off x="8020234" y="3784245"/>
              <a:ext cx="731520" cy="631649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4D24633-4DD7-5B45-4224-5F26D6693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28221" y="5210968"/>
              <a:ext cx="640080" cy="882235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CD1E709-9E0A-D53C-0C87-16F45B4D1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6068" y="5210967"/>
              <a:ext cx="640080" cy="882235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8871CD6-5BD4-F34E-5816-57C580F589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43583" y="5224252"/>
              <a:ext cx="640080" cy="88223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29F741A-606B-6D92-2A48-2E8A475C94F0}"/>
                </a:ext>
              </a:extLst>
            </p:cNvPr>
            <p:cNvCxnSpPr/>
            <p:nvPr/>
          </p:nvCxnSpPr>
          <p:spPr>
            <a:xfrm>
              <a:off x="2858703" y="3441032"/>
              <a:ext cx="552729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372F6A8-E2FA-4283-E859-C868DFC2913E}"/>
                </a:ext>
              </a:extLst>
            </p:cNvPr>
            <p:cNvCxnSpPr/>
            <p:nvPr/>
          </p:nvCxnSpPr>
          <p:spPr>
            <a:xfrm>
              <a:off x="2858703" y="3448250"/>
              <a:ext cx="0" cy="3552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3D19381-4A27-F8D8-F10F-CCF1986EA778}"/>
                </a:ext>
              </a:extLst>
            </p:cNvPr>
            <p:cNvCxnSpPr/>
            <p:nvPr/>
          </p:nvCxnSpPr>
          <p:spPr>
            <a:xfrm>
              <a:off x="4473853" y="3450657"/>
              <a:ext cx="0" cy="3552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B2AA359-4B16-2A89-CE65-F572D8C93D91}"/>
                </a:ext>
              </a:extLst>
            </p:cNvPr>
            <p:cNvCxnSpPr/>
            <p:nvPr/>
          </p:nvCxnSpPr>
          <p:spPr>
            <a:xfrm>
              <a:off x="6510501" y="3448250"/>
              <a:ext cx="0" cy="3552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C28B5E7-519B-A4C8-D32D-8B9DE2991F12}"/>
                </a:ext>
              </a:extLst>
            </p:cNvPr>
            <p:cNvCxnSpPr/>
            <p:nvPr/>
          </p:nvCxnSpPr>
          <p:spPr>
            <a:xfrm>
              <a:off x="8384390" y="3448250"/>
              <a:ext cx="0" cy="3552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A62C8F1-FB65-0106-7975-AACBC828219F}"/>
                </a:ext>
              </a:extLst>
            </p:cNvPr>
            <p:cNvCxnSpPr/>
            <p:nvPr/>
          </p:nvCxnSpPr>
          <p:spPr>
            <a:xfrm>
              <a:off x="2648261" y="4592052"/>
              <a:ext cx="0" cy="3552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1023D9B-ED1C-6A8E-A1A7-EF4C83D66FF6}"/>
                </a:ext>
              </a:extLst>
            </p:cNvPr>
            <p:cNvCxnSpPr/>
            <p:nvPr/>
          </p:nvCxnSpPr>
          <p:spPr>
            <a:xfrm>
              <a:off x="7846108" y="4865346"/>
              <a:ext cx="0" cy="3552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E0851FF9-8F8A-EA9D-FB1E-76F0CD6340D2}"/>
                </a:ext>
              </a:extLst>
            </p:cNvPr>
            <p:cNvCxnSpPr/>
            <p:nvPr/>
          </p:nvCxnSpPr>
          <p:spPr>
            <a:xfrm>
              <a:off x="9257898" y="4855722"/>
              <a:ext cx="0" cy="3552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A5DBD9E-B8ED-E566-9774-44D16C301726}"/>
                </a:ext>
              </a:extLst>
            </p:cNvPr>
            <p:cNvCxnSpPr>
              <a:cxnSpLocks/>
            </p:cNvCxnSpPr>
            <p:nvPr/>
          </p:nvCxnSpPr>
          <p:spPr>
            <a:xfrm>
              <a:off x="7846108" y="4855722"/>
              <a:ext cx="141179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8A803EA-7B68-34FC-7A9A-BE0203D75A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9653" y="3074216"/>
              <a:ext cx="0" cy="3547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0767F1F-36C2-3987-8BBC-21255AD728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1799" y="4500938"/>
              <a:ext cx="0" cy="3547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5175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26BF2-7157-F3C9-6825-14190758D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BAE56D-BBAA-8C68-4D6F-42C537FD8D07}"/>
              </a:ext>
            </a:extLst>
          </p:cNvPr>
          <p:cNvSpPr txBox="1"/>
          <p:nvPr/>
        </p:nvSpPr>
        <p:spPr>
          <a:xfrm>
            <a:off x="0" y="-30822"/>
            <a:ext cx="12192000" cy="1200329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600" dirty="0">
                <a:latin typeface="+mj-lt"/>
              </a:rPr>
              <a:t>What does a Tree need?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03D3DC-32D4-7DD5-9FBA-CB95B9A2B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3E0FA2-8304-6A9B-2AAF-A3BBC99FB418}"/>
              </a:ext>
            </a:extLst>
          </p:cNvPr>
          <p:cNvSpPr txBox="1"/>
          <p:nvPr/>
        </p:nvSpPr>
        <p:spPr>
          <a:xfrm>
            <a:off x="926757" y="1531593"/>
            <a:ext cx="10202774" cy="212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Quicker and easier access to the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Store hierarchical data, like folder structure, organization structure, and XML/HTML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There are many different types of data structures that perform better in various situations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Binary Search Tree, AVL, Trie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850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E8B5E-1689-E099-9614-E477A7813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6CEC6B-C6C6-63D4-31EE-3DD6E34E98AC}"/>
              </a:ext>
            </a:extLst>
          </p:cNvPr>
          <p:cNvSpPr txBox="1"/>
          <p:nvPr/>
        </p:nvSpPr>
        <p:spPr>
          <a:xfrm>
            <a:off x="0" y="-30822"/>
            <a:ext cx="12192000" cy="1200329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600" dirty="0">
                <a:latin typeface="+mj-lt"/>
              </a:rPr>
              <a:t>Tree terminology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C1575D-434F-8500-E868-C952DE2C23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2A88FE-BCE7-A585-4832-596E456BC84B}"/>
              </a:ext>
            </a:extLst>
          </p:cNvPr>
          <p:cNvSpPr txBox="1"/>
          <p:nvPr/>
        </p:nvSpPr>
        <p:spPr>
          <a:xfrm>
            <a:off x="360017" y="1441497"/>
            <a:ext cx="10202774" cy="4198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Root: top node with parent</a:t>
            </a:r>
          </a:p>
          <a:p>
            <a:pPr>
              <a:lnSpc>
                <a:spcPct val="150000"/>
              </a:lnSpc>
            </a:pPr>
            <a:r>
              <a:rPr lang="en-US" dirty="0"/>
              <a:t>Edge: a link between the patent and the child</a:t>
            </a:r>
          </a:p>
          <a:p>
            <a:pPr>
              <a:lnSpc>
                <a:spcPct val="150000"/>
              </a:lnSpc>
            </a:pPr>
            <a:r>
              <a:rPr lang="en-US" dirty="0"/>
              <a:t>Leaf: a node that does not have children</a:t>
            </a:r>
          </a:p>
          <a:p>
            <a:pPr>
              <a:lnSpc>
                <a:spcPct val="150000"/>
              </a:lnSpc>
            </a:pPr>
            <a:r>
              <a:rPr lang="en-US" dirty="0"/>
              <a:t>Sibling: children of the same parent</a:t>
            </a:r>
          </a:p>
          <a:p>
            <a:pPr>
              <a:lnSpc>
                <a:spcPct val="150000"/>
              </a:lnSpc>
            </a:pPr>
            <a:r>
              <a:rPr lang="en-US" dirty="0"/>
              <a:t>Ancestor: parent, grandparent, great-grandparent of a node</a:t>
            </a:r>
          </a:p>
          <a:p>
            <a:pPr>
              <a:lnSpc>
                <a:spcPct val="150000"/>
              </a:lnSpc>
            </a:pPr>
            <a:r>
              <a:rPr lang="en-US" dirty="0"/>
              <a:t>Depth of node: the length of the path from the root to the node</a:t>
            </a:r>
          </a:p>
          <a:p>
            <a:pPr>
              <a:lnSpc>
                <a:spcPct val="150000"/>
              </a:lnSpc>
            </a:pPr>
            <a:r>
              <a:rPr lang="en-US" dirty="0"/>
              <a:t>Height of node: the length of the path from the node to the deepest node</a:t>
            </a:r>
          </a:p>
          <a:p>
            <a:pPr>
              <a:lnSpc>
                <a:spcPct val="150000"/>
              </a:lnSpc>
            </a:pPr>
            <a:r>
              <a:rPr lang="en-US" dirty="0"/>
              <a:t>Depth of tree: depth of root node</a:t>
            </a:r>
          </a:p>
          <a:p>
            <a:pPr>
              <a:lnSpc>
                <a:spcPct val="150000"/>
              </a:lnSpc>
            </a:pPr>
            <a:r>
              <a:rPr lang="en-US" dirty="0"/>
              <a:t>Height of tree: height of root node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C9D78AC-AC8F-F652-550B-6221991B4039}"/>
              </a:ext>
            </a:extLst>
          </p:cNvPr>
          <p:cNvGrpSpPr/>
          <p:nvPr/>
        </p:nvGrpSpPr>
        <p:grpSpPr>
          <a:xfrm>
            <a:off x="7192319" y="1588270"/>
            <a:ext cx="4892840" cy="3489475"/>
            <a:chOff x="7644787" y="2975869"/>
            <a:chExt cx="4202548" cy="3018151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729AAEB6-2AAA-CA9D-21E9-5041FFE5A313}"/>
                </a:ext>
              </a:extLst>
            </p:cNvPr>
            <p:cNvSpPr/>
            <p:nvPr/>
          </p:nvSpPr>
          <p:spPr>
            <a:xfrm>
              <a:off x="9615640" y="2975869"/>
              <a:ext cx="548640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N1</a:t>
              </a:r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DC2BE86F-58F5-5750-92EF-48875FA19857}"/>
                </a:ext>
              </a:extLst>
            </p:cNvPr>
            <p:cNvSpPr/>
            <p:nvPr/>
          </p:nvSpPr>
          <p:spPr>
            <a:xfrm>
              <a:off x="8840382" y="362904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N2</a:t>
              </a:r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8D0190F4-E7C5-D640-82B4-E2879B7B5BFF}"/>
                </a:ext>
              </a:extLst>
            </p:cNvPr>
            <p:cNvSpPr/>
            <p:nvPr/>
          </p:nvSpPr>
          <p:spPr>
            <a:xfrm>
              <a:off x="10686047" y="357396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N3</a:t>
              </a:r>
            </a:p>
          </p:txBody>
        </p:sp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E2C70848-0AB6-2737-ABCA-CE80910C6F95}"/>
                </a:ext>
              </a:extLst>
            </p:cNvPr>
            <p:cNvSpPr/>
            <p:nvPr/>
          </p:nvSpPr>
          <p:spPr>
            <a:xfrm>
              <a:off x="10164839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N6</a:t>
              </a:r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68AD0322-7A00-569B-EE6C-077C5FBE5316}"/>
                </a:ext>
              </a:extLst>
            </p:cNvPr>
            <p:cNvSpPr/>
            <p:nvPr/>
          </p:nvSpPr>
          <p:spPr>
            <a:xfrm>
              <a:off x="11326127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N7</a:t>
              </a:r>
            </a:p>
          </p:txBody>
        </p:sp>
        <p:sp>
          <p:nvSpPr>
            <p:cNvPr id="26" name="Flowchart: Connector 25">
              <a:extLst>
                <a:ext uri="{FF2B5EF4-FFF2-40B4-BE49-F238E27FC236}">
                  <a16:creationId xmlns:a16="http://schemas.microsoft.com/office/drawing/2014/main" id="{D4605BDC-4BAA-569E-862F-3CD921168BB1}"/>
                </a:ext>
              </a:extLst>
            </p:cNvPr>
            <p:cNvSpPr/>
            <p:nvPr/>
          </p:nvSpPr>
          <p:spPr>
            <a:xfrm>
              <a:off x="9327283" y="455780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N5</a:t>
              </a:r>
            </a:p>
          </p:txBody>
        </p:sp>
        <p:sp>
          <p:nvSpPr>
            <p:cNvPr id="29" name="Flowchart: Connector 28">
              <a:extLst>
                <a:ext uri="{FF2B5EF4-FFF2-40B4-BE49-F238E27FC236}">
                  <a16:creationId xmlns:a16="http://schemas.microsoft.com/office/drawing/2014/main" id="{35DD5A1A-21BB-CB14-4E60-58EE96F01962}"/>
                </a:ext>
              </a:extLst>
            </p:cNvPr>
            <p:cNvSpPr/>
            <p:nvPr/>
          </p:nvSpPr>
          <p:spPr>
            <a:xfrm>
              <a:off x="8165995" y="457541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N4</a:t>
              </a:r>
            </a:p>
          </p:txBody>
        </p:sp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171481E7-D342-BE45-0B82-5CD71F060762}"/>
                </a:ext>
              </a:extLst>
            </p:cNvPr>
            <p:cNvSpPr/>
            <p:nvPr/>
          </p:nvSpPr>
          <p:spPr>
            <a:xfrm>
              <a:off x="8705511" y="5491100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N9</a:t>
              </a:r>
            </a:p>
          </p:txBody>
        </p:sp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9E25E670-26CC-AE0D-8643-DB30BA5DF03D}"/>
                </a:ext>
              </a:extLst>
            </p:cNvPr>
            <p:cNvSpPr/>
            <p:nvPr/>
          </p:nvSpPr>
          <p:spPr>
            <a:xfrm>
              <a:off x="7644787" y="548167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N8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AA24DE7-991D-6DB5-E8F6-E85513A864BE}"/>
                </a:ext>
              </a:extLst>
            </p:cNvPr>
            <p:cNvCxnSpPr>
              <a:cxnSpLocks/>
              <a:stCxn id="9" idx="3"/>
              <a:endCxn id="10" idx="7"/>
            </p:cNvCxnSpPr>
            <p:nvPr/>
          </p:nvCxnSpPr>
          <p:spPr>
            <a:xfrm flipH="1">
              <a:off x="9285261" y="3405138"/>
              <a:ext cx="410725" cy="2975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C062C9D-E0BF-B61E-675B-96F88081B675}"/>
                </a:ext>
              </a:extLst>
            </p:cNvPr>
            <p:cNvCxnSpPr>
              <a:cxnSpLocks/>
            </p:cNvCxnSpPr>
            <p:nvPr/>
          </p:nvCxnSpPr>
          <p:spPr>
            <a:xfrm>
              <a:off x="10111981" y="3380767"/>
              <a:ext cx="574066" cy="30047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182A992-B217-4A78-4024-F19469D059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9999" y="4076342"/>
              <a:ext cx="371024" cy="4990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8DC245-9B77-2D08-0B7E-FEEC328C4419}"/>
                </a:ext>
              </a:extLst>
            </p:cNvPr>
            <p:cNvCxnSpPr>
              <a:cxnSpLocks/>
              <a:endCxn id="31" idx="7"/>
            </p:cNvCxnSpPr>
            <p:nvPr/>
          </p:nvCxnSpPr>
          <p:spPr>
            <a:xfrm flipH="1">
              <a:off x="8089666" y="5078337"/>
              <a:ext cx="239596" cy="47699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0D8D8DE-7F1B-0E1E-BB1A-1AB615320927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>
              <a:off x="8542244" y="5074195"/>
              <a:ext cx="239596" cy="4905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380E578-B5DC-E46E-DADC-68815005CA5F}"/>
                </a:ext>
              </a:extLst>
            </p:cNvPr>
            <p:cNvCxnSpPr>
              <a:cxnSpLocks/>
            </p:cNvCxnSpPr>
            <p:nvPr/>
          </p:nvCxnSpPr>
          <p:spPr>
            <a:xfrm>
              <a:off x="9233888" y="4119595"/>
              <a:ext cx="202965" cy="4558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6DF0EB7-1962-4D9C-F79F-9AE8AD84E0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37806" y="4044054"/>
              <a:ext cx="250344" cy="5064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C0FEFBC-4491-8CF9-D3B6-9DD12D5CDA53}"/>
                </a:ext>
              </a:extLst>
            </p:cNvPr>
            <p:cNvCxnSpPr>
              <a:cxnSpLocks/>
            </p:cNvCxnSpPr>
            <p:nvPr/>
          </p:nvCxnSpPr>
          <p:spPr>
            <a:xfrm>
              <a:off x="11106449" y="4055512"/>
              <a:ext cx="327679" cy="51990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22107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7F255-25D6-DA2F-9D77-580602D0C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3CC1B4-2DA5-756B-693E-77DBD5D12329}"/>
              </a:ext>
            </a:extLst>
          </p:cNvPr>
          <p:cNvSpPr txBox="1"/>
          <p:nvPr/>
        </p:nvSpPr>
        <p:spPr>
          <a:xfrm>
            <a:off x="0" y="-30822"/>
            <a:ext cx="12192000" cy="1200329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600" dirty="0">
                <a:latin typeface="+mj-lt"/>
              </a:rPr>
              <a:t>Binary Tree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9A5056-CB1A-C805-5B49-3D936C655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864C14-A4CC-B617-0A2E-433437EA074D}"/>
              </a:ext>
            </a:extLst>
          </p:cNvPr>
          <p:cNvSpPr txBox="1"/>
          <p:nvPr/>
        </p:nvSpPr>
        <p:spPr>
          <a:xfrm>
            <a:off x="697218" y="1198240"/>
            <a:ext cx="10202774" cy="1705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Binary trees are data structures in which each node has at most two children, often referred to as the left and right children.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 binary tree is a family of data structures (BST, heap tree, AVL)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Binary trees are a prerequisite for more advanced tree structures like BSTs and AVL trees.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4568751-16C1-C653-6709-AF684123DC10}"/>
              </a:ext>
            </a:extLst>
          </p:cNvPr>
          <p:cNvGrpSpPr/>
          <p:nvPr/>
        </p:nvGrpSpPr>
        <p:grpSpPr>
          <a:xfrm>
            <a:off x="3861335" y="3205054"/>
            <a:ext cx="4892840" cy="3489475"/>
            <a:chOff x="7644787" y="2975869"/>
            <a:chExt cx="4202548" cy="3018151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9263D59A-8687-B923-8712-5ACBC365D4BC}"/>
                </a:ext>
              </a:extLst>
            </p:cNvPr>
            <p:cNvSpPr/>
            <p:nvPr/>
          </p:nvSpPr>
          <p:spPr>
            <a:xfrm>
              <a:off x="9615640" y="2975869"/>
              <a:ext cx="548640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N1</a:t>
              </a:r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18C55FBC-05B6-5D75-AE6A-D7170B1D9150}"/>
                </a:ext>
              </a:extLst>
            </p:cNvPr>
            <p:cNvSpPr/>
            <p:nvPr/>
          </p:nvSpPr>
          <p:spPr>
            <a:xfrm>
              <a:off x="8840382" y="362904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N2</a:t>
              </a:r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DC718D8E-2D31-1190-221D-C6695814E1B9}"/>
                </a:ext>
              </a:extLst>
            </p:cNvPr>
            <p:cNvSpPr/>
            <p:nvPr/>
          </p:nvSpPr>
          <p:spPr>
            <a:xfrm>
              <a:off x="10686047" y="357396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N3</a:t>
              </a:r>
            </a:p>
          </p:txBody>
        </p:sp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3444F891-050A-BA9F-A8C3-C252A2EAB7A0}"/>
                </a:ext>
              </a:extLst>
            </p:cNvPr>
            <p:cNvSpPr/>
            <p:nvPr/>
          </p:nvSpPr>
          <p:spPr>
            <a:xfrm>
              <a:off x="10164839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N6</a:t>
              </a:r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0C56674B-CAE3-915E-86F5-59BFB7A9CC35}"/>
                </a:ext>
              </a:extLst>
            </p:cNvPr>
            <p:cNvSpPr/>
            <p:nvPr/>
          </p:nvSpPr>
          <p:spPr>
            <a:xfrm>
              <a:off x="11326127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N7</a:t>
              </a:r>
            </a:p>
          </p:txBody>
        </p:sp>
        <p:sp>
          <p:nvSpPr>
            <p:cNvPr id="26" name="Flowchart: Connector 25">
              <a:extLst>
                <a:ext uri="{FF2B5EF4-FFF2-40B4-BE49-F238E27FC236}">
                  <a16:creationId xmlns:a16="http://schemas.microsoft.com/office/drawing/2014/main" id="{ABA26DA1-4328-2D52-1C59-1AA7323F0BBF}"/>
                </a:ext>
              </a:extLst>
            </p:cNvPr>
            <p:cNvSpPr/>
            <p:nvPr/>
          </p:nvSpPr>
          <p:spPr>
            <a:xfrm>
              <a:off x="9327283" y="455780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N5</a:t>
              </a:r>
            </a:p>
          </p:txBody>
        </p:sp>
        <p:sp>
          <p:nvSpPr>
            <p:cNvPr id="29" name="Flowchart: Connector 28">
              <a:extLst>
                <a:ext uri="{FF2B5EF4-FFF2-40B4-BE49-F238E27FC236}">
                  <a16:creationId xmlns:a16="http://schemas.microsoft.com/office/drawing/2014/main" id="{9202941D-1A87-7C9A-06AE-1CCAD9F782B2}"/>
                </a:ext>
              </a:extLst>
            </p:cNvPr>
            <p:cNvSpPr/>
            <p:nvPr/>
          </p:nvSpPr>
          <p:spPr>
            <a:xfrm>
              <a:off x="8165995" y="457541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N4</a:t>
              </a:r>
            </a:p>
          </p:txBody>
        </p:sp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58B48744-FCA8-6985-200E-183EA66DFE61}"/>
                </a:ext>
              </a:extLst>
            </p:cNvPr>
            <p:cNvSpPr/>
            <p:nvPr/>
          </p:nvSpPr>
          <p:spPr>
            <a:xfrm>
              <a:off x="8705511" y="5491100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N9</a:t>
              </a:r>
            </a:p>
          </p:txBody>
        </p:sp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A6804647-35E4-0F2E-1D7D-5B643CE221DB}"/>
                </a:ext>
              </a:extLst>
            </p:cNvPr>
            <p:cNvSpPr/>
            <p:nvPr/>
          </p:nvSpPr>
          <p:spPr>
            <a:xfrm>
              <a:off x="7644787" y="548167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N8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3FAD79A-A815-ADE5-9A37-B7B518329278}"/>
                </a:ext>
              </a:extLst>
            </p:cNvPr>
            <p:cNvCxnSpPr>
              <a:cxnSpLocks/>
              <a:stCxn id="9" idx="3"/>
              <a:endCxn id="10" idx="7"/>
            </p:cNvCxnSpPr>
            <p:nvPr/>
          </p:nvCxnSpPr>
          <p:spPr>
            <a:xfrm flipH="1">
              <a:off x="9285261" y="3405138"/>
              <a:ext cx="410725" cy="2975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2B089A1-C241-1BFD-B809-765D5F5A03B0}"/>
                </a:ext>
              </a:extLst>
            </p:cNvPr>
            <p:cNvCxnSpPr>
              <a:cxnSpLocks/>
            </p:cNvCxnSpPr>
            <p:nvPr/>
          </p:nvCxnSpPr>
          <p:spPr>
            <a:xfrm>
              <a:off x="10111981" y="3380767"/>
              <a:ext cx="574066" cy="30047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7258A3-790B-1246-57A4-A6E08065C0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9999" y="4076342"/>
              <a:ext cx="371024" cy="4990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FD6EC54-E8FA-CB2C-AE16-E8A761848F92}"/>
                </a:ext>
              </a:extLst>
            </p:cNvPr>
            <p:cNvCxnSpPr>
              <a:cxnSpLocks/>
              <a:endCxn id="31" idx="7"/>
            </p:cNvCxnSpPr>
            <p:nvPr/>
          </p:nvCxnSpPr>
          <p:spPr>
            <a:xfrm flipH="1">
              <a:off x="8089666" y="5078337"/>
              <a:ext cx="239596" cy="47699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061E9D0-90F8-C8BB-521C-1FFBE438A47D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>
              <a:off x="8542244" y="5074195"/>
              <a:ext cx="239596" cy="4905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87548C9-C864-BBC0-4E23-DD880D31A751}"/>
                </a:ext>
              </a:extLst>
            </p:cNvPr>
            <p:cNvCxnSpPr>
              <a:cxnSpLocks/>
            </p:cNvCxnSpPr>
            <p:nvPr/>
          </p:nvCxnSpPr>
          <p:spPr>
            <a:xfrm>
              <a:off x="9233888" y="4119595"/>
              <a:ext cx="202965" cy="4558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C98C885-F583-3F35-E4F6-4A8A5DE6B9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37806" y="4044054"/>
              <a:ext cx="250344" cy="5064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D499537-B117-51E6-0730-13FA5BB30F70}"/>
                </a:ext>
              </a:extLst>
            </p:cNvPr>
            <p:cNvCxnSpPr>
              <a:cxnSpLocks/>
            </p:cNvCxnSpPr>
            <p:nvPr/>
          </p:nvCxnSpPr>
          <p:spPr>
            <a:xfrm>
              <a:off x="11106449" y="4055512"/>
              <a:ext cx="327679" cy="51990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72987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8FA8D-F97E-56E7-6519-1E50E19E0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AB1922-045B-FE3F-FB36-F5F42DA5AFFE}"/>
              </a:ext>
            </a:extLst>
          </p:cNvPr>
          <p:cNvSpPr txBox="1"/>
          <p:nvPr/>
        </p:nvSpPr>
        <p:spPr>
          <a:xfrm>
            <a:off x="0" y="-30822"/>
            <a:ext cx="12192000" cy="1200329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600" dirty="0">
                <a:latin typeface="+mj-lt"/>
              </a:rPr>
              <a:t>Types of Binary Tree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C58BC3-FA8A-5221-D283-02BD2DE220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2539F8-E657-79B7-CD02-BF58AD8CBFFA}"/>
              </a:ext>
            </a:extLst>
          </p:cNvPr>
          <p:cNvSpPr txBox="1"/>
          <p:nvPr/>
        </p:nvSpPr>
        <p:spPr>
          <a:xfrm>
            <a:off x="3435115" y="1967267"/>
            <a:ext cx="1898699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Full Binary Tree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B2B145E-11B4-E0D8-FEDD-824C06755CCB}"/>
              </a:ext>
            </a:extLst>
          </p:cNvPr>
          <p:cNvGrpSpPr/>
          <p:nvPr/>
        </p:nvGrpSpPr>
        <p:grpSpPr>
          <a:xfrm>
            <a:off x="2123612" y="2589848"/>
            <a:ext cx="3749040" cy="3200400"/>
            <a:chOff x="7644787" y="2975869"/>
            <a:chExt cx="3562468" cy="3018151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E7B3A68E-88E8-6821-D600-1D3868C62799}"/>
                </a:ext>
              </a:extLst>
            </p:cNvPr>
            <p:cNvSpPr/>
            <p:nvPr/>
          </p:nvSpPr>
          <p:spPr>
            <a:xfrm>
              <a:off x="9615640" y="2975869"/>
              <a:ext cx="548640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N1</a:t>
              </a:r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F307678E-9E45-B0A9-3958-473BB4DB211C}"/>
                </a:ext>
              </a:extLst>
            </p:cNvPr>
            <p:cNvSpPr/>
            <p:nvPr/>
          </p:nvSpPr>
          <p:spPr>
            <a:xfrm>
              <a:off x="8840382" y="362904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N2</a:t>
              </a:r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046BE7E2-1CB5-81B1-9704-8CEB2BDA49FC}"/>
                </a:ext>
              </a:extLst>
            </p:cNvPr>
            <p:cNvSpPr/>
            <p:nvPr/>
          </p:nvSpPr>
          <p:spPr>
            <a:xfrm>
              <a:off x="10686047" y="357396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N3</a:t>
              </a:r>
            </a:p>
          </p:txBody>
        </p:sp>
        <p:sp>
          <p:nvSpPr>
            <p:cNvPr id="26" name="Flowchart: Connector 25">
              <a:extLst>
                <a:ext uri="{FF2B5EF4-FFF2-40B4-BE49-F238E27FC236}">
                  <a16:creationId xmlns:a16="http://schemas.microsoft.com/office/drawing/2014/main" id="{AC25F4D6-D035-0EEF-663F-D9FFCCC4089A}"/>
                </a:ext>
              </a:extLst>
            </p:cNvPr>
            <p:cNvSpPr/>
            <p:nvPr/>
          </p:nvSpPr>
          <p:spPr>
            <a:xfrm>
              <a:off x="9327283" y="455780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N5</a:t>
              </a:r>
            </a:p>
          </p:txBody>
        </p:sp>
        <p:sp>
          <p:nvSpPr>
            <p:cNvPr id="29" name="Flowchart: Connector 28">
              <a:extLst>
                <a:ext uri="{FF2B5EF4-FFF2-40B4-BE49-F238E27FC236}">
                  <a16:creationId xmlns:a16="http://schemas.microsoft.com/office/drawing/2014/main" id="{FFBA7A15-BEF2-0DC0-0FE5-9AE697F31D16}"/>
                </a:ext>
              </a:extLst>
            </p:cNvPr>
            <p:cNvSpPr/>
            <p:nvPr/>
          </p:nvSpPr>
          <p:spPr>
            <a:xfrm>
              <a:off x="8165995" y="457541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N4</a:t>
              </a:r>
            </a:p>
          </p:txBody>
        </p:sp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28A45481-A481-C122-E81A-9F1BF562B7CD}"/>
                </a:ext>
              </a:extLst>
            </p:cNvPr>
            <p:cNvSpPr/>
            <p:nvPr/>
          </p:nvSpPr>
          <p:spPr>
            <a:xfrm>
              <a:off x="8705511" y="5491100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N9</a:t>
              </a:r>
            </a:p>
          </p:txBody>
        </p:sp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63A16BA7-4843-0DEC-1570-7AD6ED9F1B3E}"/>
                </a:ext>
              </a:extLst>
            </p:cNvPr>
            <p:cNvSpPr/>
            <p:nvPr/>
          </p:nvSpPr>
          <p:spPr>
            <a:xfrm>
              <a:off x="7644787" y="548167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N8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0CE654D-D2EE-1A52-9057-9BEBF359AE58}"/>
                </a:ext>
              </a:extLst>
            </p:cNvPr>
            <p:cNvCxnSpPr>
              <a:cxnSpLocks/>
              <a:stCxn id="9" idx="3"/>
              <a:endCxn id="10" idx="7"/>
            </p:cNvCxnSpPr>
            <p:nvPr/>
          </p:nvCxnSpPr>
          <p:spPr>
            <a:xfrm flipH="1">
              <a:off x="9285261" y="3405138"/>
              <a:ext cx="410725" cy="2975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931F340-135B-B7A8-4F35-7F93079900F2}"/>
                </a:ext>
              </a:extLst>
            </p:cNvPr>
            <p:cNvCxnSpPr>
              <a:cxnSpLocks/>
            </p:cNvCxnSpPr>
            <p:nvPr/>
          </p:nvCxnSpPr>
          <p:spPr>
            <a:xfrm>
              <a:off x="10111981" y="3380767"/>
              <a:ext cx="574066" cy="30047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9B52DE5-23F7-B2FD-6075-5885044313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9999" y="4076342"/>
              <a:ext cx="371024" cy="4990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0DCE10E-2D57-C651-2B0E-7CFF4AC66B84}"/>
                </a:ext>
              </a:extLst>
            </p:cNvPr>
            <p:cNvCxnSpPr>
              <a:cxnSpLocks/>
              <a:endCxn id="31" idx="7"/>
            </p:cNvCxnSpPr>
            <p:nvPr/>
          </p:nvCxnSpPr>
          <p:spPr>
            <a:xfrm flipH="1">
              <a:off x="8089666" y="5078337"/>
              <a:ext cx="239596" cy="47699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4A17058-B76A-D3F1-2347-8D4097FCDABF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>
              <a:off x="8542244" y="5074195"/>
              <a:ext cx="239596" cy="4905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E8EA0A-E76E-5FB1-EB86-515FED0AB708}"/>
                </a:ext>
              </a:extLst>
            </p:cNvPr>
            <p:cNvCxnSpPr>
              <a:cxnSpLocks/>
            </p:cNvCxnSpPr>
            <p:nvPr/>
          </p:nvCxnSpPr>
          <p:spPr>
            <a:xfrm>
              <a:off x="9233888" y="4119595"/>
              <a:ext cx="202965" cy="4558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E30019A-C949-11CD-5634-622CA3A1B30E}"/>
              </a:ext>
            </a:extLst>
          </p:cNvPr>
          <p:cNvSpPr txBox="1"/>
          <p:nvPr/>
        </p:nvSpPr>
        <p:spPr>
          <a:xfrm>
            <a:off x="7545869" y="1985081"/>
            <a:ext cx="2224134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Perfect Binary Tree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5B2910A-66BC-F561-B31D-424778162B56}"/>
              </a:ext>
            </a:extLst>
          </p:cNvPr>
          <p:cNvGrpSpPr/>
          <p:nvPr/>
        </p:nvGrpSpPr>
        <p:grpSpPr>
          <a:xfrm>
            <a:off x="6731366" y="2735586"/>
            <a:ext cx="3844773" cy="2229424"/>
            <a:chOff x="8165995" y="2975869"/>
            <a:chExt cx="3681340" cy="2102468"/>
          </a:xfrm>
        </p:grpSpPr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D3B9D79A-10C3-2793-7204-7482E2D1AA6F}"/>
                </a:ext>
              </a:extLst>
            </p:cNvPr>
            <p:cNvSpPr/>
            <p:nvPr/>
          </p:nvSpPr>
          <p:spPr>
            <a:xfrm>
              <a:off x="9615640" y="2975869"/>
              <a:ext cx="548640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N1</a:t>
              </a:r>
            </a:p>
          </p:txBody>
        </p:sp>
        <p:sp>
          <p:nvSpPr>
            <p:cNvPr id="14" name="Flowchart: Connector 13">
              <a:extLst>
                <a:ext uri="{FF2B5EF4-FFF2-40B4-BE49-F238E27FC236}">
                  <a16:creationId xmlns:a16="http://schemas.microsoft.com/office/drawing/2014/main" id="{01B87382-C395-7095-F9EE-1C6744B35C53}"/>
                </a:ext>
              </a:extLst>
            </p:cNvPr>
            <p:cNvSpPr/>
            <p:nvPr/>
          </p:nvSpPr>
          <p:spPr>
            <a:xfrm>
              <a:off x="8840382" y="362904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N2</a:t>
              </a:r>
            </a:p>
          </p:txBody>
        </p:sp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C16D18AD-536D-5CB6-8008-593D0394B4C2}"/>
                </a:ext>
              </a:extLst>
            </p:cNvPr>
            <p:cNvSpPr/>
            <p:nvPr/>
          </p:nvSpPr>
          <p:spPr>
            <a:xfrm>
              <a:off x="10686047" y="357396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N3</a:t>
              </a:r>
            </a:p>
          </p:txBody>
        </p:sp>
        <p:sp>
          <p:nvSpPr>
            <p:cNvPr id="16" name="Flowchart: Connector 15">
              <a:extLst>
                <a:ext uri="{FF2B5EF4-FFF2-40B4-BE49-F238E27FC236}">
                  <a16:creationId xmlns:a16="http://schemas.microsoft.com/office/drawing/2014/main" id="{BF89437B-B1EF-A0E8-69A8-231D4659BE1D}"/>
                </a:ext>
              </a:extLst>
            </p:cNvPr>
            <p:cNvSpPr/>
            <p:nvPr/>
          </p:nvSpPr>
          <p:spPr>
            <a:xfrm>
              <a:off x="10164839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N6</a:t>
              </a:r>
            </a:p>
          </p:txBody>
        </p:sp>
        <p:sp>
          <p:nvSpPr>
            <p:cNvPr id="17" name="Flowchart: Connector 16">
              <a:extLst>
                <a:ext uri="{FF2B5EF4-FFF2-40B4-BE49-F238E27FC236}">
                  <a16:creationId xmlns:a16="http://schemas.microsoft.com/office/drawing/2014/main" id="{36FCBC76-2F8A-9BB3-CEA9-DA02329E398A}"/>
                </a:ext>
              </a:extLst>
            </p:cNvPr>
            <p:cNvSpPr/>
            <p:nvPr/>
          </p:nvSpPr>
          <p:spPr>
            <a:xfrm>
              <a:off x="11326127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N7</a:t>
              </a:r>
            </a:p>
          </p:txBody>
        </p:sp>
        <p:sp>
          <p:nvSpPr>
            <p:cNvPr id="18" name="Flowchart: Connector 17">
              <a:extLst>
                <a:ext uri="{FF2B5EF4-FFF2-40B4-BE49-F238E27FC236}">
                  <a16:creationId xmlns:a16="http://schemas.microsoft.com/office/drawing/2014/main" id="{5C943438-8976-3370-BA4F-A60752E73086}"/>
                </a:ext>
              </a:extLst>
            </p:cNvPr>
            <p:cNvSpPr/>
            <p:nvPr/>
          </p:nvSpPr>
          <p:spPr>
            <a:xfrm>
              <a:off x="9327283" y="455780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N5</a:t>
              </a:r>
            </a:p>
          </p:txBody>
        </p:sp>
        <p:sp>
          <p:nvSpPr>
            <p:cNvPr id="19" name="Flowchart: Connector 18">
              <a:extLst>
                <a:ext uri="{FF2B5EF4-FFF2-40B4-BE49-F238E27FC236}">
                  <a16:creationId xmlns:a16="http://schemas.microsoft.com/office/drawing/2014/main" id="{0DE5B906-4BB3-C3DF-9109-B5FB97540005}"/>
                </a:ext>
              </a:extLst>
            </p:cNvPr>
            <p:cNvSpPr/>
            <p:nvPr/>
          </p:nvSpPr>
          <p:spPr>
            <a:xfrm>
              <a:off x="8165995" y="457541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N4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DD2F603-EA34-47BE-74EE-3F0FB8605C64}"/>
                </a:ext>
              </a:extLst>
            </p:cNvPr>
            <p:cNvCxnSpPr>
              <a:cxnSpLocks/>
              <a:stCxn id="7" idx="3"/>
              <a:endCxn id="14" idx="7"/>
            </p:cNvCxnSpPr>
            <p:nvPr/>
          </p:nvCxnSpPr>
          <p:spPr>
            <a:xfrm flipH="1">
              <a:off x="9285261" y="3405138"/>
              <a:ext cx="410725" cy="2975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87CCE2D-26E9-4A34-4EA7-C75710B41488}"/>
                </a:ext>
              </a:extLst>
            </p:cNvPr>
            <p:cNvCxnSpPr>
              <a:cxnSpLocks/>
            </p:cNvCxnSpPr>
            <p:nvPr/>
          </p:nvCxnSpPr>
          <p:spPr>
            <a:xfrm>
              <a:off x="10111981" y="3380767"/>
              <a:ext cx="574066" cy="30047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143E558-0021-2686-2D2E-57A2CD72D0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9999" y="4076342"/>
              <a:ext cx="371024" cy="4990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41A1E21-E173-B014-526D-889585CC73FF}"/>
                </a:ext>
              </a:extLst>
            </p:cNvPr>
            <p:cNvCxnSpPr>
              <a:cxnSpLocks/>
            </p:cNvCxnSpPr>
            <p:nvPr/>
          </p:nvCxnSpPr>
          <p:spPr>
            <a:xfrm>
              <a:off x="9233888" y="4119595"/>
              <a:ext cx="202965" cy="4558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94B9383-6306-526A-B642-5FF79CE227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37806" y="4044054"/>
              <a:ext cx="250344" cy="5064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30C127E-72B5-B4B6-E23A-D8D319CA2EAB}"/>
                </a:ext>
              </a:extLst>
            </p:cNvPr>
            <p:cNvCxnSpPr>
              <a:cxnSpLocks/>
            </p:cNvCxnSpPr>
            <p:nvPr/>
          </p:nvCxnSpPr>
          <p:spPr>
            <a:xfrm>
              <a:off x="11106449" y="4055512"/>
              <a:ext cx="327679" cy="51990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7029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113FE-9D1D-4D31-E9F5-02F75DF91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2C0DB9-F34E-2393-6C28-83686296DD6A}"/>
              </a:ext>
            </a:extLst>
          </p:cNvPr>
          <p:cNvSpPr txBox="1"/>
          <p:nvPr/>
        </p:nvSpPr>
        <p:spPr>
          <a:xfrm>
            <a:off x="0" y="-30822"/>
            <a:ext cx="12192000" cy="1200329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600" dirty="0">
                <a:latin typeface="+mj-lt"/>
              </a:rPr>
              <a:t>Types of Binary Tree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DABE58-6F97-16A5-0F41-B97AFB30CD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BD1652-345C-59B0-B123-BCA206C74C13}"/>
              </a:ext>
            </a:extLst>
          </p:cNvPr>
          <p:cNvSpPr txBox="1"/>
          <p:nvPr/>
        </p:nvSpPr>
        <p:spPr>
          <a:xfrm>
            <a:off x="7556026" y="1855572"/>
            <a:ext cx="2330851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Balanced Binary Tree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BD1FC55-6928-86BD-48D5-402F4D0A1980}"/>
              </a:ext>
            </a:extLst>
          </p:cNvPr>
          <p:cNvGrpSpPr/>
          <p:nvPr/>
        </p:nvGrpSpPr>
        <p:grpSpPr>
          <a:xfrm>
            <a:off x="6987394" y="2388907"/>
            <a:ext cx="3844773" cy="2229424"/>
            <a:chOff x="8165995" y="2975869"/>
            <a:chExt cx="3681340" cy="2102468"/>
          </a:xfrm>
        </p:grpSpPr>
        <p:sp>
          <p:nvSpPr>
            <p:cNvPr id="44" name="Flowchart: Connector 43">
              <a:extLst>
                <a:ext uri="{FF2B5EF4-FFF2-40B4-BE49-F238E27FC236}">
                  <a16:creationId xmlns:a16="http://schemas.microsoft.com/office/drawing/2014/main" id="{B9ADAA50-719F-DB6D-A682-57D16B6ED189}"/>
                </a:ext>
              </a:extLst>
            </p:cNvPr>
            <p:cNvSpPr/>
            <p:nvPr/>
          </p:nvSpPr>
          <p:spPr>
            <a:xfrm>
              <a:off x="9615640" y="2975869"/>
              <a:ext cx="548640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N1</a:t>
              </a:r>
            </a:p>
          </p:txBody>
        </p:sp>
        <p:sp>
          <p:nvSpPr>
            <p:cNvPr id="45" name="Flowchart: Connector 44">
              <a:extLst>
                <a:ext uri="{FF2B5EF4-FFF2-40B4-BE49-F238E27FC236}">
                  <a16:creationId xmlns:a16="http://schemas.microsoft.com/office/drawing/2014/main" id="{E9BC1DF9-4E86-1FAB-F05C-94D511CFE5CA}"/>
                </a:ext>
              </a:extLst>
            </p:cNvPr>
            <p:cNvSpPr/>
            <p:nvPr/>
          </p:nvSpPr>
          <p:spPr>
            <a:xfrm>
              <a:off x="8840382" y="362904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N2</a:t>
              </a:r>
            </a:p>
          </p:txBody>
        </p:sp>
        <p:sp>
          <p:nvSpPr>
            <p:cNvPr id="46" name="Flowchart: Connector 45">
              <a:extLst>
                <a:ext uri="{FF2B5EF4-FFF2-40B4-BE49-F238E27FC236}">
                  <a16:creationId xmlns:a16="http://schemas.microsoft.com/office/drawing/2014/main" id="{92D1F173-5D7C-D1E0-E31F-3E3C1B661C88}"/>
                </a:ext>
              </a:extLst>
            </p:cNvPr>
            <p:cNvSpPr/>
            <p:nvPr/>
          </p:nvSpPr>
          <p:spPr>
            <a:xfrm>
              <a:off x="10686047" y="357396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N3</a:t>
              </a:r>
            </a:p>
          </p:txBody>
        </p:sp>
        <p:sp>
          <p:nvSpPr>
            <p:cNvPr id="48" name="Flowchart: Connector 47">
              <a:extLst>
                <a:ext uri="{FF2B5EF4-FFF2-40B4-BE49-F238E27FC236}">
                  <a16:creationId xmlns:a16="http://schemas.microsoft.com/office/drawing/2014/main" id="{2BE2DF2B-B7BE-CC23-383C-2AD12B3CFCF0}"/>
                </a:ext>
              </a:extLst>
            </p:cNvPr>
            <p:cNvSpPr/>
            <p:nvPr/>
          </p:nvSpPr>
          <p:spPr>
            <a:xfrm>
              <a:off x="11326127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N7</a:t>
              </a:r>
            </a:p>
          </p:txBody>
        </p:sp>
        <p:sp>
          <p:nvSpPr>
            <p:cNvPr id="49" name="Flowchart: Connector 48">
              <a:extLst>
                <a:ext uri="{FF2B5EF4-FFF2-40B4-BE49-F238E27FC236}">
                  <a16:creationId xmlns:a16="http://schemas.microsoft.com/office/drawing/2014/main" id="{55A79A9F-4BB3-6EE6-5D07-204ECFB0188D}"/>
                </a:ext>
              </a:extLst>
            </p:cNvPr>
            <p:cNvSpPr/>
            <p:nvPr/>
          </p:nvSpPr>
          <p:spPr>
            <a:xfrm>
              <a:off x="9327283" y="455780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N5</a:t>
              </a:r>
            </a:p>
          </p:txBody>
        </p:sp>
        <p:sp>
          <p:nvSpPr>
            <p:cNvPr id="50" name="Flowchart: Connector 49">
              <a:extLst>
                <a:ext uri="{FF2B5EF4-FFF2-40B4-BE49-F238E27FC236}">
                  <a16:creationId xmlns:a16="http://schemas.microsoft.com/office/drawing/2014/main" id="{B858C89B-DE56-D68B-B485-52C4FD46C963}"/>
                </a:ext>
              </a:extLst>
            </p:cNvPr>
            <p:cNvSpPr/>
            <p:nvPr/>
          </p:nvSpPr>
          <p:spPr>
            <a:xfrm>
              <a:off x="8165995" y="457541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N4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562F861-A0C3-BD2C-E759-B985E9F682BD}"/>
                </a:ext>
              </a:extLst>
            </p:cNvPr>
            <p:cNvCxnSpPr>
              <a:cxnSpLocks/>
              <a:stCxn id="44" idx="3"/>
              <a:endCxn id="45" idx="7"/>
            </p:cNvCxnSpPr>
            <p:nvPr/>
          </p:nvCxnSpPr>
          <p:spPr>
            <a:xfrm flipH="1">
              <a:off x="9285261" y="3405138"/>
              <a:ext cx="410725" cy="2975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B24360F-D7B9-08D7-7E4E-EFBCE80851C9}"/>
                </a:ext>
              </a:extLst>
            </p:cNvPr>
            <p:cNvCxnSpPr>
              <a:cxnSpLocks/>
            </p:cNvCxnSpPr>
            <p:nvPr/>
          </p:nvCxnSpPr>
          <p:spPr>
            <a:xfrm>
              <a:off x="10111981" y="3380767"/>
              <a:ext cx="574066" cy="30047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F87BAB3-25C4-1FE5-C768-C808F4C71A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9999" y="4076342"/>
              <a:ext cx="371024" cy="4990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146FD98-3776-21AF-D72B-AA35B25A2AA2}"/>
                </a:ext>
              </a:extLst>
            </p:cNvPr>
            <p:cNvCxnSpPr>
              <a:cxnSpLocks/>
            </p:cNvCxnSpPr>
            <p:nvPr/>
          </p:nvCxnSpPr>
          <p:spPr>
            <a:xfrm>
              <a:off x="9233888" y="4119595"/>
              <a:ext cx="202965" cy="4558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5F9E37D-962A-54DE-A1A6-2DA68DB0F4C6}"/>
                </a:ext>
              </a:extLst>
            </p:cNvPr>
            <p:cNvCxnSpPr>
              <a:cxnSpLocks/>
            </p:cNvCxnSpPr>
            <p:nvPr/>
          </p:nvCxnSpPr>
          <p:spPr>
            <a:xfrm>
              <a:off x="11106449" y="4055512"/>
              <a:ext cx="327679" cy="51990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859098-FAA2-2DFC-D553-5D09E615BF46}"/>
              </a:ext>
            </a:extLst>
          </p:cNvPr>
          <p:cNvGrpSpPr/>
          <p:nvPr/>
        </p:nvGrpSpPr>
        <p:grpSpPr>
          <a:xfrm>
            <a:off x="1247040" y="2448255"/>
            <a:ext cx="4389120" cy="3200400"/>
            <a:chOff x="7644787" y="2975869"/>
            <a:chExt cx="4202548" cy="3018151"/>
          </a:xfrm>
        </p:grpSpPr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852E879C-EB01-17DB-7E81-8D3EDDDEB880}"/>
                </a:ext>
              </a:extLst>
            </p:cNvPr>
            <p:cNvSpPr/>
            <p:nvPr/>
          </p:nvSpPr>
          <p:spPr>
            <a:xfrm>
              <a:off x="9615640" y="2975869"/>
              <a:ext cx="548640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N1</a:t>
              </a:r>
            </a:p>
          </p:txBody>
        </p:sp>
        <p:sp>
          <p:nvSpPr>
            <p:cNvPr id="20" name="Flowchart: Connector 19">
              <a:extLst>
                <a:ext uri="{FF2B5EF4-FFF2-40B4-BE49-F238E27FC236}">
                  <a16:creationId xmlns:a16="http://schemas.microsoft.com/office/drawing/2014/main" id="{A43BC98B-E3C4-DA01-77F3-A586EDFFFE45}"/>
                </a:ext>
              </a:extLst>
            </p:cNvPr>
            <p:cNvSpPr/>
            <p:nvPr/>
          </p:nvSpPr>
          <p:spPr>
            <a:xfrm>
              <a:off x="8840382" y="362904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N2</a:t>
              </a:r>
            </a:p>
          </p:txBody>
        </p:sp>
        <p:sp>
          <p:nvSpPr>
            <p:cNvPr id="21" name="Flowchart: Connector 20">
              <a:extLst>
                <a:ext uri="{FF2B5EF4-FFF2-40B4-BE49-F238E27FC236}">
                  <a16:creationId xmlns:a16="http://schemas.microsoft.com/office/drawing/2014/main" id="{6BF07BA8-9972-AB16-01CD-9957A7877CE0}"/>
                </a:ext>
              </a:extLst>
            </p:cNvPr>
            <p:cNvSpPr/>
            <p:nvPr/>
          </p:nvSpPr>
          <p:spPr>
            <a:xfrm>
              <a:off x="10686047" y="357396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N3</a:t>
              </a:r>
            </a:p>
          </p:txBody>
        </p:sp>
        <p:sp>
          <p:nvSpPr>
            <p:cNvPr id="25" name="Flowchart: Connector 24">
              <a:extLst>
                <a:ext uri="{FF2B5EF4-FFF2-40B4-BE49-F238E27FC236}">
                  <a16:creationId xmlns:a16="http://schemas.microsoft.com/office/drawing/2014/main" id="{DFEF8281-6605-2B12-8E12-9C143082AA34}"/>
                </a:ext>
              </a:extLst>
            </p:cNvPr>
            <p:cNvSpPr/>
            <p:nvPr/>
          </p:nvSpPr>
          <p:spPr>
            <a:xfrm>
              <a:off x="10164839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N6</a:t>
              </a:r>
            </a:p>
          </p:txBody>
        </p:sp>
        <p:sp>
          <p:nvSpPr>
            <p:cNvPr id="27" name="Flowchart: Connector 26">
              <a:extLst>
                <a:ext uri="{FF2B5EF4-FFF2-40B4-BE49-F238E27FC236}">
                  <a16:creationId xmlns:a16="http://schemas.microsoft.com/office/drawing/2014/main" id="{769EE299-4A7C-E8ED-D547-A229E19606C9}"/>
                </a:ext>
              </a:extLst>
            </p:cNvPr>
            <p:cNvSpPr/>
            <p:nvPr/>
          </p:nvSpPr>
          <p:spPr>
            <a:xfrm>
              <a:off x="11326127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N7</a:t>
              </a:r>
            </a:p>
          </p:txBody>
        </p:sp>
        <p:sp>
          <p:nvSpPr>
            <p:cNvPr id="40" name="Flowchart: Connector 39">
              <a:extLst>
                <a:ext uri="{FF2B5EF4-FFF2-40B4-BE49-F238E27FC236}">
                  <a16:creationId xmlns:a16="http://schemas.microsoft.com/office/drawing/2014/main" id="{743E68F8-3EBB-00E3-EE91-7BE953FF7C00}"/>
                </a:ext>
              </a:extLst>
            </p:cNvPr>
            <p:cNvSpPr/>
            <p:nvPr/>
          </p:nvSpPr>
          <p:spPr>
            <a:xfrm>
              <a:off x="9327283" y="455780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N5</a:t>
              </a:r>
            </a:p>
          </p:txBody>
        </p:sp>
        <p:sp>
          <p:nvSpPr>
            <p:cNvPr id="41" name="Flowchart: Connector 40">
              <a:extLst>
                <a:ext uri="{FF2B5EF4-FFF2-40B4-BE49-F238E27FC236}">
                  <a16:creationId xmlns:a16="http://schemas.microsoft.com/office/drawing/2014/main" id="{5CA15925-64C2-48C8-7BD8-5620E83A11BF}"/>
                </a:ext>
              </a:extLst>
            </p:cNvPr>
            <p:cNvSpPr/>
            <p:nvPr/>
          </p:nvSpPr>
          <p:spPr>
            <a:xfrm>
              <a:off x="8165995" y="457541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N4</a:t>
              </a:r>
            </a:p>
          </p:txBody>
        </p:sp>
        <p:sp>
          <p:nvSpPr>
            <p:cNvPr id="61" name="Flowchart: Connector 60">
              <a:extLst>
                <a:ext uri="{FF2B5EF4-FFF2-40B4-BE49-F238E27FC236}">
                  <a16:creationId xmlns:a16="http://schemas.microsoft.com/office/drawing/2014/main" id="{952AE654-72F9-4802-EFDA-62E80EAC80AB}"/>
                </a:ext>
              </a:extLst>
            </p:cNvPr>
            <p:cNvSpPr/>
            <p:nvPr/>
          </p:nvSpPr>
          <p:spPr>
            <a:xfrm>
              <a:off x="8705511" y="5491100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N9</a:t>
              </a:r>
            </a:p>
          </p:txBody>
        </p:sp>
        <p:sp>
          <p:nvSpPr>
            <p:cNvPr id="62" name="Flowchart: Connector 61">
              <a:extLst>
                <a:ext uri="{FF2B5EF4-FFF2-40B4-BE49-F238E27FC236}">
                  <a16:creationId xmlns:a16="http://schemas.microsoft.com/office/drawing/2014/main" id="{8961135F-87B8-6522-7445-217D3C6ED835}"/>
                </a:ext>
              </a:extLst>
            </p:cNvPr>
            <p:cNvSpPr/>
            <p:nvPr/>
          </p:nvSpPr>
          <p:spPr>
            <a:xfrm>
              <a:off x="7644787" y="548167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N8</a:t>
              </a: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AE0BA3B-8D55-AF5A-2C23-F68B95D34B7E}"/>
                </a:ext>
              </a:extLst>
            </p:cNvPr>
            <p:cNvCxnSpPr>
              <a:cxnSpLocks/>
              <a:stCxn id="13" idx="3"/>
              <a:endCxn id="20" idx="7"/>
            </p:cNvCxnSpPr>
            <p:nvPr/>
          </p:nvCxnSpPr>
          <p:spPr>
            <a:xfrm flipH="1">
              <a:off x="9285261" y="3405138"/>
              <a:ext cx="410725" cy="2975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A7B017C-2C6C-4CA0-DFD1-86E31787EA59}"/>
                </a:ext>
              </a:extLst>
            </p:cNvPr>
            <p:cNvCxnSpPr>
              <a:cxnSpLocks/>
            </p:cNvCxnSpPr>
            <p:nvPr/>
          </p:nvCxnSpPr>
          <p:spPr>
            <a:xfrm>
              <a:off x="10111981" y="3380767"/>
              <a:ext cx="574066" cy="30047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29ECB9F-C3C9-4A06-6466-90FC5B827E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9999" y="4076342"/>
              <a:ext cx="371024" cy="4990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616DFFD-6746-3A64-3FE5-6197D65DB6F7}"/>
                </a:ext>
              </a:extLst>
            </p:cNvPr>
            <p:cNvCxnSpPr>
              <a:cxnSpLocks/>
              <a:endCxn id="62" idx="7"/>
            </p:cNvCxnSpPr>
            <p:nvPr/>
          </p:nvCxnSpPr>
          <p:spPr>
            <a:xfrm flipH="1">
              <a:off x="8089666" y="5078337"/>
              <a:ext cx="239596" cy="47699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5BC5046-F591-ED92-9CDA-40D704F4559A}"/>
                </a:ext>
              </a:extLst>
            </p:cNvPr>
            <p:cNvCxnSpPr>
              <a:cxnSpLocks/>
              <a:endCxn id="61" idx="1"/>
            </p:cNvCxnSpPr>
            <p:nvPr/>
          </p:nvCxnSpPr>
          <p:spPr>
            <a:xfrm>
              <a:off x="8542244" y="5074195"/>
              <a:ext cx="239596" cy="4905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01EEFBB-8863-F8FF-A387-CCB6C86E32ED}"/>
                </a:ext>
              </a:extLst>
            </p:cNvPr>
            <p:cNvCxnSpPr>
              <a:cxnSpLocks/>
            </p:cNvCxnSpPr>
            <p:nvPr/>
          </p:nvCxnSpPr>
          <p:spPr>
            <a:xfrm>
              <a:off x="9233888" y="4119595"/>
              <a:ext cx="202965" cy="4558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AABD2E8-705D-ECF2-2657-3124450D4A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37806" y="4044054"/>
              <a:ext cx="250344" cy="5064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AC9EBA9-4EA8-9029-B407-E05986E0DC1E}"/>
                </a:ext>
              </a:extLst>
            </p:cNvPr>
            <p:cNvCxnSpPr>
              <a:cxnSpLocks/>
            </p:cNvCxnSpPr>
            <p:nvPr/>
          </p:nvCxnSpPr>
          <p:spPr>
            <a:xfrm>
              <a:off x="11106449" y="4055512"/>
              <a:ext cx="327679" cy="51990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6F5FF4D3-87B4-6E35-C6A2-7B8DCAD8C8A8}"/>
              </a:ext>
            </a:extLst>
          </p:cNvPr>
          <p:cNvSpPr txBox="1"/>
          <p:nvPr/>
        </p:nvSpPr>
        <p:spPr>
          <a:xfrm>
            <a:off x="2434573" y="1854647"/>
            <a:ext cx="2357285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Complete Binary Tree </a:t>
            </a:r>
          </a:p>
        </p:txBody>
      </p:sp>
    </p:spTree>
    <p:extLst>
      <p:ext uri="{BB962C8B-B14F-4D97-AF65-F5344CB8AC3E}">
        <p14:creationId xmlns:p14="http://schemas.microsoft.com/office/powerpoint/2010/main" val="2205808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8A4E4-0C9D-4593-7F7B-6E96D3AAC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41313E-FD16-98B3-82C5-A980EF307AD3}"/>
              </a:ext>
            </a:extLst>
          </p:cNvPr>
          <p:cNvSpPr txBox="1"/>
          <p:nvPr/>
        </p:nvSpPr>
        <p:spPr>
          <a:xfrm>
            <a:off x="0" y="-30822"/>
            <a:ext cx="12192000" cy="1200329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600" dirty="0">
                <a:latin typeface="+mj-lt"/>
              </a:rPr>
              <a:t>Binary Tree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2BB3CE-8846-B7FB-15C3-5D9412E915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2F0A62-B76B-06D1-39E7-60F9C9DEACBD}"/>
              </a:ext>
            </a:extLst>
          </p:cNvPr>
          <p:cNvSpPr txBox="1"/>
          <p:nvPr/>
        </p:nvSpPr>
        <p:spPr>
          <a:xfrm>
            <a:off x="697218" y="1198240"/>
            <a:ext cx="10202774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Linked List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3F1655-3950-6395-7B49-135E71529C0C}"/>
              </a:ext>
            </a:extLst>
          </p:cNvPr>
          <p:cNvGrpSpPr/>
          <p:nvPr/>
        </p:nvGrpSpPr>
        <p:grpSpPr>
          <a:xfrm>
            <a:off x="2141001" y="2784901"/>
            <a:ext cx="8758991" cy="2231484"/>
            <a:chOff x="1682814" y="2147532"/>
            <a:chExt cx="8758991" cy="2231484"/>
          </a:xfrm>
          <a:solidFill>
            <a:srgbClr val="00B050"/>
          </a:solidFill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F9A8E84-B9B8-0D1B-CB40-F04FE83E9190}"/>
                </a:ext>
              </a:extLst>
            </p:cNvPr>
            <p:cNvSpPr/>
            <p:nvPr/>
          </p:nvSpPr>
          <p:spPr>
            <a:xfrm>
              <a:off x="4906324" y="2147532"/>
              <a:ext cx="1212784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Drinks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B7E37AA-9778-492C-04D1-6A9E5AC49B46}"/>
                </a:ext>
              </a:extLst>
            </p:cNvPr>
            <p:cNvSpPr/>
            <p:nvPr/>
          </p:nvSpPr>
          <p:spPr>
            <a:xfrm>
              <a:off x="2480756" y="3071722"/>
              <a:ext cx="1212784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Hot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A29273B3-D4FE-EDB1-F758-FCD204E86C11}"/>
                </a:ext>
              </a:extLst>
            </p:cNvPr>
            <p:cNvSpPr/>
            <p:nvPr/>
          </p:nvSpPr>
          <p:spPr>
            <a:xfrm>
              <a:off x="7477228" y="2881669"/>
              <a:ext cx="1212784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Cold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D7D9981-EB96-5D62-23CD-36565B37BC73}"/>
                </a:ext>
              </a:extLst>
            </p:cNvPr>
            <p:cNvSpPr/>
            <p:nvPr/>
          </p:nvSpPr>
          <p:spPr>
            <a:xfrm>
              <a:off x="1682814" y="3993711"/>
              <a:ext cx="1212784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Tea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5124BD27-63AB-2DE8-DE71-AFF3871184EE}"/>
                </a:ext>
              </a:extLst>
            </p:cNvPr>
            <p:cNvSpPr/>
            <p:nvPr/>
          </p:nvSpPr>
          <p:spPr>
            <a:xfrm>
              <a:off x="3693540" y="3998910"/>
              <a:ext cx="1212784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Coffee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459BA272-9982-4AC8-DED0-6AD068B4E4B9}"/>
                </a:ext>
              </a:extLst>
            </p:cNvPr>
            <p:cNvSpPr/>
            <p:nvPr/>
          </p:nvSpPr>
          <p:spPr>
            <a:xfrm>
              <a:off x="6096000" y="3993711"/>
              <a:ext cx="1212784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Soda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3F737D3-B56A-98AF-0CA7-206CF66743E1}"/>
                </a:ext>
              </a:extLst>
            </p:cNvPr>
            <p:cNvSpPr/>
            <p:nvPr/>
          </p:nvSpPr>
          <p:spPr>
            <a:xfrm>
              <a:off x="9229021" y="3886339"/>
              <a:ext cx="1212784" cy="380106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Juice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769ADD1-4628-F46C-EEF4-31FCC23444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64401" y="2527638"/>
              <a:ext cx="1341923" cy="544084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4AED553-C526-693E-E4EB-001D90A500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9108" y="2492248"/>
              <a:ext cx="1358120" cy="389421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61FE1C0-EB7C-188C-6EEF-922C2150E6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3864" y="3454443"/>
              <a:ext cx="211108" cy="539268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914C9EF-A95B-B9B3-92B2-6AF759C11C53}"/>
                </a:ext>
              </a:extLst>
            </p:cNvPr>
            <p:cNvCxnSpPr>
              <a:cxnSpLocks/>
            </p:cNvCxnSpPr>
            <p:nvPr/>
          </p:nvCxnSpPr>
          <p:spPr>
            <a:xfrm>
              <a:off x="3536022" y="3451828"/>
              <a:ext cx="265957" cy="541883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A055E44-0E05-07E7-0787-CBA75601DC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2695" y="3271090"/>
              <a:ext cx="434110" cy="705242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FED0991-5868-5ECA-78E1-8484365385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44505" y="3283684"/>
              <a:ext cx="753499" cy="602655"/>
            </a:xfrm>
            <a:prstGeom prst="lin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58438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8556B-662C-F2E8-9728-19317EB04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E2AA7D-F4D0-3BFA-5C06-912FC5CCDA5F}"/>
              </a:ext>
            </a:extLst>
          </p:cNvPr>
          <p:cNvSpPr txBox="1"/>
          <p:nvPr/>
        </p:nvSpPr>
        <p:spPr>
          <a:xfrm>
            <a:off x="0" y="-30822"/>
            <a:ext cx="12192000" cy="1200329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600" dirty="0">
                <a:latin typeface="+mj-lt"/>
              </a:rPr>
              <a:t>Binary Tree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59AA8D-918D-B285-8A0B-4BA519452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6E26D5BC-8FBC-DED6-1BD9-3ECCD5D7CA8D}"/>
              </a:ext>
            </a:extLst>
          </p:cNvPr>
          <p:cNvSpPr txBox="1"/>
          <p:nvPr/>
        </p:nvSpPr>
        <p:spPr>
          <a:xfrm>
            <a:off x="346462" y="1203713"/>
            <a:ext cx="10202774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Linked List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72513B3-5E56-93CB-A9F5-8CB2D3CCF43E}"/>
              </a:ext>
            </a:extLst>
          </p:cNvPr>
          <p:cNvGrpSpPr/>
          <p:nvPr/>
        </p:nvGrpSpPr>
        <p:grpSpPr>
          <a:xfrm>
            <a:off x="931465" y="2269499"/>
            <a:ext cx="9881853" cy="4068641"/>
            <a:chOff x="488703" y="1752201"/>
            <a:chExt cx="9881853" cy="406864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FF70F38-85FC-93CB-BD47-2FB54C03A3BF}"/>
                </a:ext>
              </a:extLst>
            </p:cNvPr>
            <p:cNvGrpSpPr/>
            <p:nvPr/>
          </p:nvGrpSpPr>
          <p:grpSpPr>
            <a:xfrm>
              <a:off x="4627035" y="1752201"/>
              <a:ext cx="1920240" cy="457200"/>
              <a:chOff x="4627035" y="1752201"/>
              <a:chExt cx="1920298" cy="64008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EA6E956-4D20-5760-FC1C-FC10EAA21362}"/>
                  </a:ext>
                </a:extLst>
              </p:cNvPr>
              <p:cNvSpPr/>
              <p:nvPr/>
            </p:nvSpPr>
            <p:spPr>
              <a:xfrm>
                <a:off x="5175732" y="1752201"/>
                <a:ext cx="914428" cy="64008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Drinks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E9A1317-88DA-08FC-C05C-6DDD1D17734F}"/>
                  </a:ext>
                </a:extLst>
              </p:cNvPr>
              <p:cNvSpPr/>
              <p:nvPr/>
            </p:nvSpPr>
            <p:spPr>
              <a:xfrm>
                <a:off x="6006107" y="1752201"/>
                <a:ext cx="541226" cy="64008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333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61EB6B3-806D-9F90-6F49-3964DD081993}"/>
                  </a:ext>
                </a:extLst>
              </p:cNvPr>
              <p:cNvSpPr/>
              <p:nvPr/>
            </p:nvSpPr>
            <p:spPr>
              <a:xfrm>
                <a:off x="4627035" y="1752201"/>
                <a:ext cx="541226" cy="64008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222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47C9299-B351-FED5-E4F7-D7DC1C1314DD}"/>
                </a:ext>
              </a:extLst>
            </p:cNvPr>
            <p:cNvGrpSpPr/>
            <p:nvPr/>
          </p:nvGrpSpPr>
          <p:grpSpPr>
            <a:xfrm>
              <a:off x="2421245" y="3200400"/>
              <a:ext cx="1920240" cy="457200"/>
              <a:chOff x="4627035" y="1752201"/>
              <a:chExt cx="1920298" cy="64008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144B77-06EB-67B7-B321-2F67F3D32DCE}"/>
                  </a:ext>
                </a:extLst>
              </p:cNvPr>
              <p:cNvSpPr/>
              <p:nvPr/>
            </p:nvSpPr>
            <p:spPr>
              <a:xfrm>
                <a:off x="5175732" y="1752201"/>
                <a:ext cx="914428" cy="64008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Hot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A464977-0854-24A0-93C7-8B4858E163F9}"/>
                  </a:ext>
                </a:extLst>
              </p:cNvPr>
              <p:cNvSpPr/>
              <p:nvPr/>
            </p:nvSpPr>
            <p:spPr>
              <a:xfrm>
                <a:off x="6006107" y="1752201"/>
                <a:ext cx="541226" cy="64008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555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0674A57-FEBA-E0A2-057E-AB056DABE0A9}"/>
                  </a:ext>
                </a:extLst>
              </p:cNvPr>
              <p:cNvSpPr/>
              <p:nvPr/>
            </p:nvSpPr>
            <p:spPr>
              <a:xfrm>
                <a:off x="4627035" y="1752201"/>
                <a:ext cx="541226" cy="64008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444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C57B9AB-35B4-307B-E96E-34DFA2E28C65}"/>
                </a:ext>
              </a:extLst>
            </p:cNvPr>
            <p:cNvGrpSpPr/>
            <p:nvPr/>
          </p:nvGrpSpPr>
          <p:grpSpPr>
            <a:xfrm>
              <a:off x="6742989" y="3200400"/>
              <a:ext cx="1920240" cy="457200"/>
              <a:chOff x="4627035" y="1752201"/>
              <a:chExt cx="1920298" cy="640080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783D938-8361-D855-0D5E-8CD66C9D8F46}"/>
                  </a:ext>
                </a:extLst>
              </p:cNvPr>
              <p:cNvSpPr/>
              <p:nvPr/>
            </p:nvSpPr>
            <p:spPr>
              <a:xfrm>
                <a:off x="5175732" y="1752201"/>
                <a:ext cx="914428" cy="64008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Cold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B96CC7F-30A1-69D9-5F64-706A13EFCD5C}"/>
                  </a:ext>
                </a:extLst>
              </p:cNvPr>
              <p:cNvSpPr/>
              <p:nvPr/>
            </p:nvSpPr>
            <p:spPr>
              <a:xfrm>
                <a:off x="6006107" y="1752201"/>
                <a:ext cx="541226" cy="64008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777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57EE0C80-FFAC-2047-642F-B46FBF932BD4}"/>
                  </a:ext>
                </a:extLst>
              </p:cNvPr>
              <p:cNvSpPr/>
              <p:nvPr/>
            </p:nvSpPr>
            <p:spPr>
              <a:xfrm>
                <a:off x="4627035" y="1752201"/>
                <a:ext cx="541226" cy="64008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666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60AA604-E5F3-1348-B8FF-4DF83B019D05}"/>
                </a:ext>
              </a:extLst>
            </p:cNvPr>
            <p:cNvGrpSpPr/>
            <p:nvPr/>
          </p:nvGrpSpPr>
          <p:grpSpPr>
            <a:xfrm>
              <a:off x="488703" y="4994310"/>
              <a:ext cx="2019110" cy="457200"/>
              <a:chOff x="4627035" y="1752201"/>
              <a:chExt cx="2019171" cy="64008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AD9B439-8421-8308-D242-595DFD59764D}"/>
                  </a:ext>
                </a:extLst>
              </p:cNvPr>
              <p:cNvSpPr/>
              <p:nvPr/>
            </p:nvSpPr>
            <p:spPr>
              <a:xfrm>
                <a:off x="5175732" y="1752201"/>
                <a:ext cx="914428" cy="64008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Tea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EFFDB78-D02D-26B3-BF34-1D812DC3E70E}"/>
                  </a:ext>
                </a:extLst>
              </p:cNvPr>
              <p:cNvSpPr/>
              <p:nvPr/>
            </p:nvSpPr>
            <p:spPr>
              <a:xfrm>
                <a:off x="6006107" y="1752201"/>
                <a:ext cx="640099" cy="64008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null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44BA96B-7EA0-AA12-290A-909F9B29774F}"/>
                  </a:ext>
                </a:extLst>
              </p:cNvPr>
              <p:cNvSpPr/>
              <p:nvPr/>
            </p:nvSpPr>
            <p:spPr>
              <a:xfrm>
                <a:off x="4627035" y="1752201"/>
                <a:ext cx="640099" cy="64008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null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4F16D25-74F2-CDBF-81B4-977936208DCA}"/>
                </a:ext>
              </a:extLst>
            </p:cNvPr>
            <p:cNvGrpSpPr/>
            <p:nvPr/>
          </p:nvGrpSpPr>
          <p:grpSpPr>
            <a:xfrm>
              <a:off x="3427125" y="4994310"/>
              <a:ext cx="2019110" cy="457200"/>
              <a:chOff x="4627035" y="1752201"/>
              <a:chExt cx="2019171" cy="640080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157B545-0946-4A78-F3A5-7BD1F98F54E4}"/>
                  </a:ext>
                </a:extLst>
              </p:cNvPr>
              <p:cNvSpPr/>
              <p:nvPr/>
            </p:nvSpPr>
            <p:spPr>
              <a:xfrm>
                <a:off x="5175732" y="1752201"/>
                <a:ext cx="914428" cy="64008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Coffee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C88EF75-4E37-FDA6-C749-1E578FFB44D0}"/>
                  </a:ext>
                </a:extLst>
              </p:cNvPr>
              <p:cNvSpPr/>
              <p:nvPr/>
            </p:nvSpPr>
            <p:spPr>
              <a:xfrm>
                <a:off x="6006107" y="1752201"/>
                <a:ext cx="640099" cy="64008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null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28779A6-B0B2-1F16-6E31-DCEF82C71C50}"/>
                  </a:ext>
                </a:extLst>
              </p:cNvPr>
              <p:cNvSpPr/>
              <p:nvPr/>
            </p:nvSpPr>
            <p:spPr>
              <a:xfrm>
                <a:off x="4627035" y="1752201"/>
                <a:ext cx="640099" cy="64008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null</a:t>
                </a: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AD4E939-8B1D-AC42-C494-9BE1D5F21B89}"/>
                </a:ext>
              </a:extLst>
            </p:cNvPr>
            <p:cNvGrpSpPr/>
            <p:nvPr/>
          </p:nvGrpSpPr>
          <p:grpSpPr>
            <a:xfrm>
              <a:off x="5720555" y="4994310"/>
              <a:ext cx="2019110" cy="457200"/>
              <a:chOff x="4627035" y="1752201"/>
              <a:chExt cx="2019171" cy="640080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E9B974E-F88F-AE8C-9A23-D5CAC8DCFC44}"/>
                  </a:ext>
                </a:extLst>
              </p:cNvPr>
              <p:cNvSpPr/>
              <p:nvPr/>
            </p:nvSpPr>
            <p:spPr>
              <a:xfrm>
                <a:off x="5175732" y="1752201"/>
                <a:ext cx="914428" cy="64008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Soda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1E23AD9-0FD1-AEF3-63BA-D0E5145D787A}"/>
                  </a:ext>
                </a:extLst>
              </p:cNvPr>
              <p:cNvSpPr/>
              <p:nvPr/>
            </p:nvSpPr>
            <p:spPr>
              <a:xfrm>
                <a:off x="6006107" y="1752201"/>
                <a:ext cx="640099" cy="64008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null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9D729947-C0EB-1C25-581A-30614D7AB120}"/>
                  </a:ext>
                </a:extLst>
              </p:cNvPr>
              <p:cNvSpPr/>
              <p:nvPr/>
            </p:nvSpPr>
            <p:spPr>
              <a:xfrm>
                <a:off x="4627035" y="1752201"/>
                <a:ext cx="640099" cy="64008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null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614B6C5-2A32-7AE1-DA84-986BBB2F0853}"/>
                </a:ext>
              </a:extLst>
            </p:cNvPr>
            <p:cNvGrpSpPr/>
            <p:nvPr/>
          </p:nvGrpSpPr>
          <p:grpSpPr>
            <a:xfrm>
              <a:off x="8351446" y="4994310"/>
              <a:ext cx="2019110" cy="457200"/>
              <a:chOff x="4627035" y="1752201"/>
              <a:chExt cx="2019171" cy="640080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3C5BA80-AC49-1197-40BE-E6343A464D64}"/>
                  </a:ext>
                </a:extLst>
              </p:cNvPr>
              <p:cNvSpPr/>
              <p:nvPr/>
            </p:nvSpPr>
            <p:spPr>
              <a:xfrm>
                <a:off x="5175732" y="1752201"/>
                <a:ext cx="914428" cy="64008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Juice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FCDFFBC-BD2F-0A2B-2154-1E64FDDE1E66}"/>
                  </a:ext>
                </a:extLst>
              </p:cNvPr>
              <p:cNvSpPr/>
              <p:nvPr/>
            </p:nvSpPr>
            <p:spPr>
              <a:xfrm>
                <a:off x="6006107" y="1752201"/>
                <a:ext cx="640099" cy="64008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null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82537A35-F97A-3650-35B1-40EA012885BD}"/>
                  </a:ext>
                </a:extLst>
              </p:cNvPr>
              <p:cNvSpPr/>
              <p:nvPr/>
            </p:nvSpPr>
            <p:spPr>
              <a:xfrm>
                <a:off x="4627035" y="1752201"/>
                <a:ext cx="640099" cy="64008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null</a:t>
                </a: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22FC65D-1FCE-0026-8B96-A6EF1A29B462}"/>
                </a:ext>
              </a:extLst>
            </p:cNvPr>
            <p:cNvSpPr txBox="1"/>
            <p:nvPr/>
          </p:nvSpPr>
          <p:spPr>
            <a:xfrm>
              <a:off x="5282721" y="2258066"/>
              <a:ext cx="6147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111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73438AF-A903-24DD-C18E-2D8B0E7128D5}"/>
                </a:ext>
              </a:extLst>
            </p:cNvPr>
            <p:cNvSpPr txBox="1"/>
            <p:nvPr/>
          </p:nvSpPr>
          <p:spPr>
            <a:xfrm>
              <a:off x="3077732" y="3657600"/>
              <a:ext cx="6147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222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40A4194-E43D-A042-3DEE-957D97E168AF}"/>
                </a:ext>
              </a:extLst>
            </p:cNvPr>
            <p:cNvSpPr txBox="1"/>
            <p:nvPr/>
          </p:nvSpPr>
          <p:spPr>
            <a:xfrm>
              <a:off x="7419625" y="3657600"/>
              <a:ext cx="6147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333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9F49D0B-AF89-254F-D77D-9F7DD05329BF}"/>
                </a:ext>
              </a:extLst>
            </p:cNvPr>
            <p:cNvSpPr txBox="1"/>
            <p:nvPr/>
          </p:nvSpPr>
          <p:spPr>
            <a:xfrm>
              <a:off x="1187214" y="5451510"/>
              <a:ext cx="6147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444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518B6F9-EF58-0A4C-AB37-3F56FDA9D559}"/>
                </a:ext>
              </a:extLst>
            </p:cNvPr>
            <p:cNvSpPr txBox="1"/>
            <p:nvPr/>
          </p:nvSpPr>
          <p:spPr>
            <a:xfrm>
              <a:off x="4151750" y="5451510"/>
              <a:ext cx="6147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555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AAC40C9-A3D5-3F9D-F0DA-C6C03BAFABC2}"/>
                </a:ext>
              </a:extLst>
            </p:cNvPr>
            <p:cNvSpPr txBox="1"/>
            <p:nvPr/>
          </p:nvSpPr>
          <p:spPr>
            <a:xfrm>
              <a:off x="6459797" y="5451510"/>
              <a:ext cx="6147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666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3B68475-A871-B1FB-1176-9A70306C71AC}"/>
                </a:ext>
              </a:extLst>
            </p:cNvPr>
            <p:cNvSpPr txBox="1"/>
            <p:nvPr/>
          </p:nvSpPr>
          <p:spPr>
            <a:xfrm>
              <a:off x="9066446" y="5451510"/>
              <a:ext cx="6147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777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A857B1DA-7094-6F83-0743-5DFFD10C6E84}"/>
                </a:ext>
              </a:extLst>
            </p:cNvPr>
            <p:cNvCxnSpPr>
              <a:cxnSpLocks/>
              <a:stCxn id="13" idx="0"/>
            </p:cNvCxnSpPr>
            <p:nvPr/>
          </p:nvCxnSpPr>
          <p:spPr>
            <a:xfrm flipV="1">
              <a:off x="3427125" y="2209401"/>
              <a:ext cx="1855596" cy="99099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533BF8A-044B-4595-8210-748CBB2CF2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12511" y="2223860"/>
              <a:ext cx="1607114" cy="97654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9165C3C-6A0C-FF7E-4A74-9CC9EBF1C0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65171" y="3679257"/>
              <a:ext cx="1478703" cy="131505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9F7F8E7-FB07-9299-4DE0-AEFC28F78E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92469" y="3657600"/>
              <a:ext cx="565006" cy="13367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70F62EA-7832-0028-390A-C669101B67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4619" y="3679257"/>
              <a:ext cx="559331" cy="131505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2D2E3D0E-2678-678F-C835-3D5317AA95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99334" y="3657600"/>
              <a:ext cx="1067112" cy="131505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5677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24F54-B3F3-98BD-6FC0-4B2213128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1212BD-BFE4-993C-B85E-F83DE0CA52D0}"/>
              </a:ext>
            </a:extLst>
          </p:cNvPr>
          <p:cNvSpPr txBox="1"/>
          <p:nvPr/>
        </p:nvSpPr>
        <p:spPr>
          <a:xfrm>
            <a:off x="0" y="-30822"/>
            <a:ext cx="12192000" cy="1200329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600" dirty="0">
                <a:latin typeface="+mj-lt"/>
              </a:rPr>
              <a:t>Create Binary Tree using Linked List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3F097C-E6C6-37CA-83FC-D5869E6C6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ECC413-1DF5-F31C-EE06-46CEEC56F736}"/>
              </a:ext>
            </a:extLst>
          </p:cNvPr>
          <p:cNvSpPr txBox="1"/>
          <p:nvPr/>
        </p:nvSpPr>
        <p:spPr>
          <a:xfrm>
            <a:off x="1139633" y="1526412"/>
            <a:ext cx="6602160" cy="253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Creation of tree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Insertion of a node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Deletion of a node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Search for a value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Traverse all nodes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Deletion of the tree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E10FF9E-480F-DB64-E3D7-D89A062154E6}"/>
              </a:ext>
            </a:extLst>
          </p:cNvPr>
          <p:cNvGrpSpPr/>
          <p:nvPr/>
        </p:nvGrpSpPr>
        <p:grpSpPr>
          <a:xfrm>
            <a:off x="6096000" y="1684262"/>
            <a:ext cx="4892840" cy="3489475"/>
            <a:chOff x="7644787" y="2975869"/>
            <a:chExt cx="4202548" cy="3018151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26B02F9E-EDDB-61A2-9D60-67642DA564E9}"/>
                </a:ext>
              </a:extLst>
            </p:cNvPr>
            <p:cNvSpPr/>
            <p:nvPr/>
          </p:nvSpPr>
          <p:spPr>
            <a:xfrm>
              <a:off x="9615640" y="2975869"/>
              <a:ext cx="548640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N1</a:t>
              </a:r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ED7E8839-F103-B5EE-0E90-AFB1E6CDA48C}"/>
                </a:ext>
              </a:extLst>
            </p:cNvPr>
            <p:cNvSpPr/>
            <p:nvPr/>
          </p:nvSpPr>
          <p:spPr>
            <a:xfrm>
              <a:off x="8840382" y="362904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N2</a:t>
              </a:r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2B0D0350-4DC1-54D3-79DF-0142C84F6AF2}"/>
                </a:ext>
              </a:extLst>
            </p:cNvPr>
            <p:cNvSpPr/>
            <p:nvPr/>
          </p:nvSpPr>
          <p:spPr>
            <a:xfrm>
              <a:off x="10686047" y="357396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N3</a:t>
              </a:r>
            </a:p>
          </p:txBody>
        </p:sp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E85E03F3-99AD-19BD-A2AB-B8F66898CF6E}"/>
                </a:ext>
              </a:extLst>
            </p:cNvPr>
            <p:cNvSpPr/>
            <p:nvPr/>
          </p:nvSpPr>
          <p:spPr>
            <a:xfrm>
              <a:off x="10164839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N6</a:t>
              </a:r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82C27D5B-F602-EB7A-22BC-94011E2C3BE9}"/>
                </a:ext>
              </a:extLst>
            </p:cNvPr>
            <p:cNvSpPr/>
            <p:nvPr/>
          </p:nvSpPr>
          <p:spPr>
            <a:xfrm>
              <a:off x="11326127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N7</a:t>
              </a:r>
            </a:p>
          </p:txBody>
        </p:sp>
        <p:sp>
          <p:nvSpPr>
            <p:cNvPr id="26" name="Flowchart: Connector 25">
              <a:extLst>
                <a:ext uri="{FF2B5EF4-FFF2-40B4-BE49-F238E27FC236}">
                  <a16:creationId xmlns:a16="http://schemas.microsoft.com/office/drawing/2014/main" id="{1A8EEEF2-B8B6-8A8D-C6D3-0799517E60DA}"/>
                </a:ext>
              </a:extLst>
            </p:cNvPr>
            <p:cNvSpPr/>
            <p:nvPr/>
          </p:nvSpPr>
          <p:spPr>
            <a:xfrm>
              <a:off x="9327283" y="455780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N5</a:t>
              </a:r>
            </a:p>
          </p:txBody>
        </p:sp>
        <p:sp>
          <p:nvSpPr>
            <p:cNvPr id="29" name="Flowchart: Connector 28">
              <a:extLst>
                <a:ext uri="{FF2B5EF4-FFF2-40B4-BE49-F238E27FC236}">
                  <a16:creationId xmlns:a16="http://schemas.microsoft.com/office/drawing/2014/main" id="{E2C7714D-B258-4F92-7C0C-5C85B41899F5}"/>
                </a:ext>
              </a:extLst>
            </p:cNvPr>
            <p:cNvSpPr/>
            <p:nvPr/>
          </p:nvSpPr>
          <p:spPr>
            <a:xfrm>
              <a:off x="8165995" y="457541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N4</a:t>
              </a:r>
            </a:p>
          </p:txBody>
        </p:sp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AEEC08A8-36D9-5483-F1F3-DB2406A0C205}"/>
                </a:ext>
              </a:extLst>
            </p:cNvPr>
            <p:cNvSpPr/>
            <p:nvPr/>
          </p:nvSpPr>
          <p:spPr>
            <a:xfrm>
              <a:off x="8705511" y="5491100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N9</a:t>
              </a:r>
            </a:p>
          </p:txBody>
        </p:sp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D2BC38AE-E3F0-867D-675A-45097088B603}"/>
                </a:ext>
              </a:extLst>
            </p:cNvPr>
            <p:cNvSpPr/>
            <p:nvPr/>
          </p:nvSpPr>
          <p:spPr>
            <a:xfrm>
              <a:off x="7644787" y="548167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N8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A83EEE9-C662-6A2E-5D9C-8A6B6458B923}"/>
                </a:ext>
              </a:extLst>
            </p:cNvPr>
            <p:cNvCxnSpPr>
              <a:cxnSpLocks/>
              <a:stCxn id="9" idx="3"/>
              <a:endCxn id="10" idx="7"/>
            </p:cNvCxnSpPr>
            <p:nvPr/>
          </p:nvCxnSpPr>
          <p:spPr>
            <a:xfrm flipH="1">
              <a:off x="9285261" y="3405138"/>
              <a:ext cx="410725" cy="2975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1AB0623-57E5-6349-3971-903E3F823AD7}"/>
                </a:ext>
              </a:extLst>
            </p:cNvPr>
            <p:cNvCxnSpPr>
              <a:cxnSpLocks/>
            </p:cNvCxnSpPr>
            <p:nvPr/>
          </p:nvCxnSpPr>
          <p:spPr>
            <a:xfrm>
              <a:off x="10111981" y="3380767"/>
              <a:ext cx="574066" cy="30047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D477C3A-6B5A-A4BD-5604-DB5482ADA2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9999" y="4076342"/>
              <a:ext cx="371024" cy="4990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E8D376C-011E-3966-6FCE-44509EF1350E}"/>
                </a:ext>
              </a:extLst>
            </p:cNvPr>
            <p:cNvCxnSpPr>
              <a:cxnSpLocks/>
              <a:endCxn id="31" idx="7"/>
            </p:cNvCxnSpPr>
            <p:nvPr/>
          </p:nvCxnSpPr>
          <p:spPr>
            <a:xfrm flipH="1">
              <a:off x="8089666" y="5078337"/>
              <a:ext cx="239596" cy="47699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5A3CF1B-4774-B98A-52AF-812497E969E2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>
              <a:off x="8542244" y="5074195"/>
              <a:ext cx="239596" cy="4905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732BAB6-C784-6319-045C-02CB9907E2F1}"/>
                </a:ext>
              </a:extLst>
            </p:cNvPr>
            <p:cNvCxnSpPr>
              <a:cxnSpLocks/>
            </p:cNvCxnSpPr>
            <p:nvPr/>
          </p:nvCxnSpPr>
          <p:spPr>
            <a:xfrm>
              <a:off x="9233888" y="4119595"/>
              <a:ext cx="202965" cy="4558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B374D49-7541-EEE9-B8A6-B8CE24A7B8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37806" y="4044054"/>
              <a:ext cx="250344" cy="5064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3575606-0E13-D449-B469-DFEC7E2867E4}"/>
                </a:ext>
              </a:extLst>
            </p:cNvPr>
            <p:cNvCxnSpPr>
              <a:cxnSpLocks/>
            </p:cNvCxnSpPr>
            <p:nvPr/>
          </p:nvCxnSpPr>
          <p:spPr>
            <a:xfrm>
              <a:off x="11106449" y="4055512"/>
              <a:ext cx="327679" cy="51990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39510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671B0-FA9D-75B6-799D-0EB1544C3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17888C-BB68-C342-AF83-CC478EF921D3}"/>
              </a:ext>
            </a:extLst>
          </p:cNvPr>
          <p:cNvSpPr txBox="1"/>
          <p:nvPr/>
        </p:nvSpPr>
        <p:spPr>
          <a:xfrm>
            <a:off x="0" y="-30822"/>
            <a:ext cx="12192000" cy="1200329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600" dirty="0">
                <a:latin typeface="+mj-lt"/>
              </a:rPr>
              <a:t>Traversal of Binary Tree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A2DD43-E2D3-F9DE-20C2-52864831C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4458CC-16AF-04E7-F22E-369038381084}"/>
              </a:ext>
            </a:extLst>
          </p:cNvPr>
          <p:cNvSpPr txBox="1"/>
          <p:nvPr/>
        </p:nvSpPr>
        <p:spPr>
          <a:xfrm>
            <a:off x="845061" y="1429009"/>
            <a:ext cx="6602160" cy="253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Depth first search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Preorder traversal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Inorder traversal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Post Order traversal</a:t>
            </a:r>
          </a:p>
          <a:p>
            <a:pPr>
              <a:lnSpc>
                <a:spcPct val="150000"/>
              </a:lnSpc>
            </a:pPr>
            <a:r>
              <a:rPr lang="en-US" dirty="0"/>
              <a:t>Breadth first search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Level order traversal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E74C7FB-74A6-7BFA-46FC-3451639A87F4}"/>
              </a:ext>
            </a:extLst>
          </p:cNvPr>
          <p:cNvGrpSpPr/>
          <p:nvPr/>
        </p:nvGrpSpPr>
        <p:grpSpPr>
          <a:xfrm>
            <a:off x="6096000" y="1578384"/>
            <a:ext cx="4892840" cy="3489475"/>
            <a:chOff x="7644787" y="2975869"/>
            <a:chExt cx="4202548" cy="3018151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5418E508-B68F-ACB2-FDD6-847E89D97862}"/>
                </a:ext>
              </a:extLst>
            </p:cNvPr>
            <p:cNvSpPr/>
            <p:nvPr/>
          </p:nvSpPr>
          <p:spPr>
            <a:xfrm>
              <a:off x="9615640" y="2975869"/>
              <a:ext cx="548640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N1</a:t>
              </a:r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14FC5E74-7F10-A5AA-1627-9B2C85D7BAB0}"/>
                </a:ext>
              </a:extLst>
            </p:cNvPr>
            <p:cNvSpPr/>
            <p:nvPr/>
          </p:nvSpPr>
          <p:spPr>
            <a:xfrm>
              <a:off x="8840382" y="362904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N2</a:t>
              </a:r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1DE614A1-ED7D-4101-72E9-B66D152EF979}"/>
                </a:ext>
              </a:extLst>
            </p:cNvPr>
            <p:cNvSpPr/>
            <p:nvPr/>
          </p:nvSpPr>
          <p:spPr>
            <a:xfrm>
              <a:off x="10686047" y="357396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N3</a:t>
              </a:r>
            </a:p>
          </p:txBody>
        </p:sp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CB7D87E7-13C3-58B9-6203-8CA71D054B72}"/>
                </a:ext>
              </a:extLst>
            </p:cNvPr>
            <p:cNvSpPr/>
            <p:nvPr/>
          </p:nvSpPr>
          <p:spPr>
            <a:xfrm>
              <a:off x="10164839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N6</a:t>
              </a:r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925F3AB8-DC96-80B1-70D6-7BD77D1C5F43}"/>
                </a:ext>
              </a:extLst>
            </p:cNvPr>
            <p:cNvSpPr/>
            <p:nvPr/>
          </p:nvSpPr>
          <p:spPr>
            <a:xfrm>
              <a:off x="11326127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N7</a:t>
              </a:r>
            </a:p>
          </p:txBody>
        </p:sp>
        <p:sp>
          <p:nvSpPr>
            <p:cNvPr id="26" name="Flowchart: Connector 25">
              <a:extLst>
                <a:ext uri="{FF2B5EF4-FFF2-40B4-BE49-F238E27FC236}">
                  <a16:creationId xmlns:a16="http://schemas.microsoft.com/office/drawing/2014/main" id="{28D935B2-F261-A90A-1909-AE6B157D10CB}"/>
                </a:ext>
              </a:extLst>
            </p:cNvPr>
            <p:cNvSpPr/>
            <p:nvPr/>
          </p:nvSpPr>
          <p:spPr>
            <a:xfrm>
              <a:off x="9327283" y="455780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N5</a:t>
              </a:r>
            </a:p>
          </p:txBody>
        </p:sp>
        <p:sp>
          <p:nvSpPr>
            <p:cNvPr id="29" name="Flowchart: Connector 28">
              <a:extLst>
                <a:ext uri="{FF2B5EF4-FFF2-40B4-BE49-F238E27FC236}">
                  <a16:creationId xmlns:a16="http://schemas.microsoft.com/office/drawing/2014/main" id="{452D9C8F-BAD2-DC4E-04BF-DB5EEC59D292}"/>
                </a:ext>
              </a:extLst>
            </p:cNvPr>
            <p:cNvSpPr/>
            <p:nvPr/>
          </p:nvSpPr>
          <p:spPr>
            <a:xfrm>
              <a:off x="8165995" y="457541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N4</a:t>
              </a:r>
            </a:p>
          </p:txBody>
        </p:sp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AFC526F9-B749-04F8-7ABE-BA4D33995410}"/>
                </a:ext>
              </a:extLst>
            </p:cNvPr>
            <p:cNvSpPr/>
            <p:nvPr/>
          </p:nvSpPr>
          <p:spPr>
            <a:xfrm>
              <a:off x="8705511" y="5491100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N9</a:t>
              </a:r>
            </a:p>
          </p:txBody>
        </p:sp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2DD29C31-1087-65B7-383B-286622864BF8}"/>
                </a:ext>
              </a:extLst>
            </p:cNvPr>
            <p:cNvSpPr/>
            <p:nvPr/>
          </p:nvSpPr>
          <p:spPr>
            <a:xfrm>
              <a:off x="7644787" y="548167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N8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2E758A9-6062-7884-0C78-A734E79A2F7B}"/>
                </a:ext>
              </a:extLst>
            </p:cNvPr>
            <p:cNvCxnSpPr>
              <a:cxnSpLocks/>
              <a:stCxn id="9" idx="3"/>
              <a:endCxn id="10" idx="7"/>
            </p:cNvCxnSpPr>
            <p:nvPr/>
          </p:nvCxnSpPr>
          <p:spPr>
            <a:xfrm flipH="1">
              <a:off x="9285261" y="3405138"/>
              <a:ext cx="410725" cy="2975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88B323F-BB4D-85A3-F1B7-5DF863E79A9D}"/>
                </a:ext>
              </a:extLst>
            </p:cNvPr>
            <p:cNvCxnSpPr>
              <a:cxnSpLocks/>
            </p:cNvCxnSpPr>
            <p:nvPr/>
          </p:nvCxnSpPr>
          <p:spPr>
            <a:xfrm>
              <a:off x="10111981" y="3380767"/>
              <a:ext cx="574066" cy="30047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A18E8C0-CD34-DFE0-1B07-96DF432056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9999" y="4076342"/>
              <a:ext cx="371024" cy="4990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F3CEFEC-C8DA-F315-44E1-E1F4D7883827}"/>
                </a:ext>
              </a:extLst>
            </p:cNvPr>
            <p:cNvCxnSpPr>
              <a:cxnSpLocks/>
              <a:endCxn id="31" idx="7"/>
            </p:cNvCxnSpPr>
            <p:nvPr/>
          </p:nvCxnSpPr>
          <p:spPr>
            <a:xfrm flipH="1">
              <a:off x="8089666" y="5078337"/>
              <a:ext cx="239596" cy="47699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C3029CA-71F3-E97B-8E06-7AD114E9142E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>
              <a:off x="8542244" y="5074195"/>
              <a:ext cx="239596" cy="4905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03F1FBD-39AC-4812-7FD1-ABD04AA51585}"/>
                </a:ext>
              </a:extLst>
            </p:cNvPr>
            <p:cNvCxnSpPr>
              <a:cxnSpLocks/>
            </p:cNvCxnSpPr>
            <p:nvPr/>
          </p:nvCxnSpPr>
          <p:spPr>
            <a:xfrm>
              <a:off x="9233888" y="4119595"/>
              <a:ext cx="202965" cy="4558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45BA645-5702-BB75-B2EE-4537F6991D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37806" y="4044054"/>
              <a:ext cx="250344" cy="5064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79DDE02-00D9-B55F-06DC-83F118E9AD6C}"/>
                </a:ext>
              </a:extLst>
            </p:cNvPr>
            <p:cNvCxnSpPr>
              <a:cxnSpLocks/>
            </p:cNvCxnSpPr>
            <p:nvPr/>
          </p:nvCxnSpPr>
          <p:spPr>
            <a:xfrm>
              <a:off x="11106449" y="4055512"/>
              <a:ext cx="327679" cy="51990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56116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6F43D-D27D-AFD2-1214-6E324C0F0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E04A0B-D1BC-6E8E-2D57-7922E66DB6E4}"/>
              </a:ext>
            </a:extLst>
          </p:cNvPr>
          <p:cNvSpPr txBox="1"/>
          <p:nvPr/>
        </p:nvSpPr>
        <p:spPr>
          <a:xfrm>
            <a:off x="0" y="-30822"/>
            <a:ext cx="12192000" cy="1200329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600" dirty="0">
                <a:latin typeface="+mj-lt"/>
              </a:rPr>
              <a:t>Traversal of Binary Tree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07D3AC-31ED-AE3C-917C-3FC97EF999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62D2A6-0165-3C81-D22B-FC0C8D97570E}"/>
              </a:ext>
            </a:extLst>
          </p:cNvPr>
          <p:cNvSpPr txBox="1"/>
          <p:nvPr/>
        </p:nvSpPr>
        <p:spPr>
          <a:xfrm>
            <a:off x="817660" y="1215730"/>
            <a:ext cx="6602160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Preorder traversal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84397FE-2831-9B1E-1067-4DDBD96831A5}"/>
              </a:ext>
            </a:extLst>
          </p:cNvPr>
          <p:cNvGrpSpPr/>
          <p:nvPr/>
        </p:nvGrpSpPr>
        <p:grpSpPr>
          <a:xfrm>
            <a:off x="5633987" y="1388876"/>
            <a:ext cx="4892840" cy="3489475"/>
            <a:chOff x="7644787" y="2975869"/>
            <a:chExt cx="4202548" cy="3018151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E86CAD2E-A59C-EF79-F84D-0AE3BAF00953}"/>
                </a:ext>
              </a:extLst>
            </p:cNvPr>
            <p:cNvSpPr/>
            <p:nvPr/>
          </p:nvSpPr>
          <p:spPr>
            <a:xfrm>
              <a:off x="9615640" y="2975869"/>
              <a:ext cx="548640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N1</a:t>
              </a:r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B5AB2E8C-0D7F-F13F-B721-687FB91DCE66}"/>
                </a:ext>
              </a:extLst>
            </p:cNvPr>
            <p:cNvSpPr/>
            <p:nvPr/>
          </p:nvSpPr>
          <p:spPr>
            <a:xfrm>
              <a:off x="8840382" y="362904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N2</a:t>
              </a:r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859EB254-FA3C-3428-C1B1-EDA07F828BD4}"/>
                </a:ext>
              </a:extLst>
            </p:cNvPr>
            <p:cNvSpPr/>
            <p:nvPr/>
          </p:nvSpPr>
          <p:spPr>
            <a:xfrm>
              <a:off x="10686047" y="357396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N3</a:t>
              </a:r>
            </a:p>
          </p:txBody>
        </p:sp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41D1FFE0-52D7-B7B4-E209-FFB12E1AF59D}"/>
                </a:ext>
              </a:extLst>
            </p:cNvPr>
            <p:cNvSpPr/>
            <p:nvPr/>
          </p:nvSpPr>
          <p:spPr>
            <a:xfrm>
              <a:off x="10164839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N6</a:t>
              </a:r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632ABEFD-533C-0872-44B3-08CA9FB19DAE}"/>
                </a:ext>
              </a:extLst>
            </p:cNvPr>
            <p:cNvSpPr/>
            <p:nvPr/>
          </p:nvSpPr>
          <p:spPr>
            <a:xfrm>
              <a:off x="11326127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N7</a:t>
              </a:r>
            </a:p>
          </p:txBody>
        </p:sp>
        <p:sp>
          <p:nvSpPr>
            <p:cNvPr id="26" name="Flowchart: Connector 25">
              <a:extLst>
                <a:ext uri="{FF2B5EF4-FFF2-40B4-BE49-F238E27FC236}">
                  <a16:creationId xmlns:a16="http://schemas.microsoft.com/office/drawing/2014/main" id="{4507335D-F524-BDAB-14EA-BA3497660C30}"/>
                </a:ext>
              </a:extLst>
            </p:cNvPr>
            <p:cNvSpPr/>
            <p:nvPr/>
          </p:nvSpPr>
          <p:spPr>
            <a:xfrm>
              <a:off x="9327283" y="455780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N5</a:t>
              </a:r>
            </a:p>
          </p:txBody>
        </p:sp>
        <p:sp>
          <p:nvSpPr>
            <p:cNvPr id="29" name="Flowchart: Connector 28">
              <a:extLst>
                <a:ext uri="{FF2B5EF4-FFF2-40B4-BE49-F238E27FC236}">
                  <a16:creationId xmlns:a16="http://schemas.microsoft.com/office/drawing/2014/main" id="{CA39ED98-25F4-7FAF-DF0D-9C3D75A40F00}"/>
                </a:ext>
              </a:extLst>
            </p:cNvPr>
            <p:cNvSpPr/>
            <p:nvPr/>
          </p:nvSpPr>
          <p:spPr>
            <a:xfrm>
              <a:off x="8165995" y="457541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N4</a:t>
              </a:r>
            </a:p>
          </p:txBody>
        </p:sp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36286EFC-1EB3-3D27-E014-056752976444}"/>
                </a:ext>
              </a:extLst>
            </p:cNvPr>
            <p:cNvSpPr/>
            <p:nvPr/>
          </p:nvSpPr>
          <p:spPr>
            <a:xfrm>
              <a:off x="8705511" y="5491100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N9</a:t>
              </a:r>
            </a:p>
          </p:txBody>
        </p:sp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A7BC46F9-2CBB-A9A6-C5CD-7B76E06845C8}"/>
                </a:ext>
              </a:extLst>
            </p:cNvPr>
            <p:cNvSpPr/>
            <p:nvPr/>
          </p:nvSpPr>
          <p:spPr>
            <a:xfrm>
              <a:off x="7644787" y="548167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N8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7FA172-9885-C665-389A-0370ADCB00D0}"/>
                </a:ext>
              </a:extLst>
            </p:cNvPr>
            <p:cNvCxnSpPr>
              <a:cxnSpLocks/>
              <a:stCxn id="9" idx="3"/>
              <a:endCxn id="10" idx="7"/>
            </p:cNvCxnSpPr>
            <p:nvPr/>
          </p:nvCxnSpPr>
          <p:spPr>
            <a:xfrm flipH="1">
              <a:off x="9285261" y="3405138"/>
              <a:ext cx="410725" cy="2975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BCCDC56-2C13-7B9A-150C-C7C8A11311A2}"/>
                </a:ext>
              </a:extLst>
            </p:cNvPr>
            <p:cNvCxnSpPr>
              <a:cxnSpLocks/>
            </p:cNvCxnSpPr>
            <p:nvPr/>
          </p:nvCxnSpPr>
          <p:spPr>
            <a:xfrm>
              <a:off x="10111981" y="3380767"/>
              <a:ext cx="574066" cy="30047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D5FE161-E070-5BED-47DD-1E626BA78B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9999" y="4076342"/>
              <a:ext cx="371024" cy="4990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A27E724-5175-B847-FE15-4E7FDE33BC8C}"/>
                </a:ext>
              </a:extLst>
            </p:cNvPr>
            <p:cNvCxnSpPr>
              <a:cxnSpLocks/>
              <a:endCxn id="31" idx="7"/>
            </p:cNvCxnSpPr>
            <p:nvPr/>
          </p:nvCxnSpPr>
          <p:spPr>
            <a:xfrm flipH="1">
              <a:off x="8089666" y="5078337"/>
              <a:ext cx="239596" cy="47699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7DD1D8B-F8C4-3AB1-339C-0F3C2D7755B3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>
              <a:off x="8542244" y="5074195"/>
              <a:ext cx="239596" cy="4905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0B3AEBD-D579-ABC1-8F69-406A52BF4C2A}"/>
                </a:ext>
              </a:extLst>
            </p:cNvPr>
            <p:cNvCxnSpPr>
              <a:cxnSpLocks/>
            </p:cNvCxnSpPr>
            <p:nvPr/>
          </p:nvCxnSpPr>
          <p:spPr>
            <a:xfrm>
              <a:off x="9233888" y="4119595"/>
              <a:ext cx="202965" cy="4558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8B9CD58-289B-5E56-BFCE-AA8E5AF3DE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37806" y="4044054"/>
              <a:ext cx="250344" cy="5064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BC90418-54FD-E109-D4E1-8337772D0B7C}"/>
                </a:ext>
              </a:extLst>
            </p:cNvPr>
            <p:cNvCxnSpPr>
              <a:cxnSpLocks/>
            </p:cNvCxnSpPr>
            <p:nvPr/>
          </p:nvCxnSpPr>
          <p:spPr>
            <a:xfrm>
              <a:off x="11106449" y="4055512"/>
              <a:ext cx="327679" cy="51990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631D479-E71D-646B-DF4E-F198DCDBE2C9}"/>
              </a:ext>
            </a:extLst>
          </p:cNvPr>
          <p:cNvGrpSpPr/>
          <p:nvPr/>
        </p:nvGrpSpPr>
        <p:grpSpPr>
          <a:xfrm>
            <a:off x="918625" y="1853684"/>
            <a:ext cx="2527219" cy="3791187"/>
            <a:chOff x="918625" y="1853684"/>
            <a:chExt cx="2527219" cy="379118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29D9D54-3788-19A1-2343-E748FCA3C0CE}"/>
                </a:ext>
              </a:extLst>
            </p:cNvPr>
            <p:cNvSpPr/>
            <p:nvPr/>
          </p:nvSpPr>
          <p:spPr>
            <a:xfrm>
              <a:off x="924025" y="1853684"/>
              <a:ext cx="2521819" cy="577012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Root Node</a:t>
              </a:r>
            </a:p>
          </p:txBody>
        </p:sp>
        <p:sp>
          <p:nvSpPr>
            <p:cNvPr id="6" name="Arrow: Down 5">
              <a:extLst>
                <a:ext uri="{FF2B5EF4-FFF2-40B4-BE49-F238E27FC236}">
                  <a16:creationId xmlns:a16="http://schemas.microsoft.com/office/drawing/2014/main" id="{AADF9F34-F2D9-9206-2E54-5BFD29714392}"/>
                </a:ext>
              </a:extLst>
            </p:cNvPr>
            <p:cNvSpPr/>
            <p:nvPr/>
          </p:nvSpPr>
          <p:spPr>
            <a:xfrm>
              <a:off x="1963553" y="2487162"/>
              <a:ext cx="431967" cy="751052"/>
            </a:xfrm>
            <a:prstGeom prst="down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FD929C3-9020-92A3-6502-188EAAE1A55B}"/>
                </a:ext>
              </a:extLst>
            </p:cNvPr>
            <p:cNvSpPr/>
            <p:nvPr/>
          </p:nvSpPr>
          <p:spPr>
            <a:xfrm>
              <a:off x="924025" y="3360779"/>
              <a:ext cx="2521819" cy="577012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Left Subtree</a:t>
              </a:r>
            </a:p>
          </p:txBody>
        </p:sp>
        <p:sp>
          <p:nvSpPr>
            <p:cNvPr id="14" name="Arrow: Down 13">
              <a:extLst>
                <a:ext uri="{FF2B5EF4-FFF2-40B4-BE49-F238E27FC236}">
                  <a16:creationId xmlns:a16="http://schemas.microsoft.com/office/drawing/2014/main" id="{3092961B-0592-8DC1-0FD5-11433E1BEC8A}"/>
                </a:ext>
              </a:extLst>
            </p:cNvPr>
            <p:cNvSpPr/>
            <p:nvPr/>
          </p:nvSpPr>
          <p:spPr>
            <a:xfrm>
              <a:off x="1963552" y="4127299"/>
              <a:ext cx="431967" cy="751052"/>
            </a:xfrm>
            <a:prstGeom prst="down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29C06C5-672C-BD9F-E503-4D90207172F2}"/>
                </a:ext>
              </a:extLst>
            </p:cNvPr>
            <p:cNvSpPr/>
            <p:nvPr/>
          </p:nvSpPr>
          <p:spPr>
            <a:xfrm>
              <a:off x="918625" y="5067859"/>
              <a:ext cx="2521819" cy="577012"/>
            </a:xfrm>
            <a:prstGeom prst="roundRect">
              <a:avLst/>
            </a:prstGeom>
            <a:solidFill>
              <a:srgbClr val="66FF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Right Subtree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8CFA6C4-8CD7-CBF6-F2E9-C363B3A723C5}"/>
              </a:ext>
            </a:extLst>
          </p:cNvPr>
          <p:cNvSpPr txBox="1"/>
          <p:nvPr/>
        </p:nvSpPr>
        <p:spPr>
          <a:xfrm>
            <a:off x="4996776" y="5391050"/>
            <a:ext cx="6602160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N1 -&gt; N2 -&gt; N4 -&gt; N8 -&gt; N9 -&gt; N5 -&gt; N3 -&gt; N6 -&gt; N7</a:t>
            </a:r>
          </a:p>
        </p:txBody>
      </p:sp>
    </p:spTree>
    <p:extLst>
      <p:ext uri="{BB962C8B-B14F-4D97-AF65-F5344CB8AC3E}">
        <p14:creationId xmlns:p14="http://schemas.microsoft.com/office/powerpoint/2010/main" val="744645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4E258-3CF0-2F1E-8DAA-7B9762C79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4B1B22-B46F-E7CF-CC90-1A9999F02159}"/>
              </a:ext>
            </a:extLst>
          </p:cNvPr>
          <p:cNvSpPr txBox="1"/>
          <p:nvPr/>
        </p:nvSpPr>
        <p:spPr>
          <a:xfrm>
            <a:off x="0" y="-30822"/>
            <a:ext cx="12192000" cy="1200329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600" dirty="0">
                <a:latin typeface="+mj-lt"/>
              </a:rPr>
              <a:t>Traversal of Binary Tree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B3B7DE-C21C-8F10-74A2-1FFAA91085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034C93-8D29-47CD-6902-F4F21F84E68D}"/>
              </a:ext>
            </a:extLst>
          </p:cNvPr>
          <p:cNvSpPr txBox="1"/>
          <p:nvPr/>
        </p:nvSpPr>
        <p:spPr>
          <a:xfrm>
            <a:off x="817660" y="1215730"/>
            <a:ext cx="6602160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Inorder traversal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6638702-DFED-CA1E-9DC7-E023F2B054EC}"/>
              </a:ext>
            </a:extLst>
          </p:cNvPr>
          <p:cNvGrpSpPr/>
          <p:nvPr/>
        </p:nvGrpSpPr>
        <p:grpSpPr>
          <a:xfrm>
            <a:off x="5633987" y="1388876"/>
            <a:ext cx="4892840" cy="3489475"/>
            <a:chOff x="7644787" y="2975869"/>
            <a:chExt cx="4202548" cy="3018151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0F0A3CCC-3B06-1282-E9E0-C7AC83B0C6EF}"/>
                </a:ext>
              </a:extLst>
            </p:cNvPr>
            <p:cNvSpPr/>
            <p:nvPr/>
          </p:nvSpPr>
          <p:spPr>
            <a:xfrm>
              <a:off x="9615640" y="2975869"/>
              <a:ext cx="548640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N1</a:t>
              </a:r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1816E88F-42C5-7325-0B36-D12865684AEB}"/>
                </a:ext>
              </a:extLst>
            </p:cNvPr>
            <p:cNvSpPr/>
            <p:nvPr/>
          </p:nvSpPr>
          <p:spPr>
            <a:xfrm>
              <a:off x="8840382" y="362904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N2</a:t>
              </a:r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73B2487F-FD07-EBC9-E449-E83112015514}"/>
                </a:ext>
              </a:extLst>
            </p:cNvPr>
            <p:cNvSpPr/>
            <p:nvPr/>
          </p:nvSpPr>
          <p:spPr>
            <a:xfrm>
              <a:off x="10686047" y="357396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N3</a:t>
              </a:r>
            </a:p>
          </p:txBody>
        </p:sp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98D4B77F-ED5D-C6D2-EB8C-CB587870A3FC}"/>
                </a:ext>
              </a:extLst>
            </p:cNvPr>
            <p:cNvSpPr/>
            <p:nvPr/>
          </p:nvSpPr>
          <p:spPr>
            <a:xfrm>
              <a:off x="10164839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N6</a:t>
              </a:r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86C2551E-57EE-E502-B25D-B921DF9DE62D}"/>
                </a:ext>
              </a:extLst>
            </p:cNvPr>
            <p:cNvSpPr/>
            <p:nvPr/>
          </p:nvSpPr>
          <p:spPr>
            <a:xfrm>
              <a:off x="11326127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N7</a:t>
              </a:r>
            </a:p>
          </p:txBody>
        </p:sp>
        <p:sp>
          <p:nvSpPr>
            <p:cNvPr id="26" name="Flowchart: Connector 25">
              <a:extLst>
                <a:ext uri="{FF2B5EF4-FFF2-40B4-BE49-F238E27FC236}">
                  <a16:creationId xmlns:a16="http://schemas.microsoft.com/office/drawing/2014/main" id="{7C82DEE3-9630-9855-5784-45650AD33981}"/>
                </a:ext>
              </a:extLst>
            </p:cNvPr>
            <p:cNvSpPr/>
            <p:nvPr/>
          </p:nvSpPr>
          <p:spPr>
            <a:xfrm>
              <a:off x="9327283" y="455780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N5</a:t>
              </a:r>
            </a:p>
          </p:txBody>
        </p:sp>
        <p:sp>
          <p:nvSpPr>
            <p:cNvPr id="29" name="Flowchart: Connector 28">
              <a:extLst>
                <a:ext uri="{FF2B5EF4-FFF2-40B4-BE49-F238E27FC236}">
                  <a16:creationId xmlns:a16="http://schemas.microsoft.com/office/drawing/2014/main" id="{4D631236-5E0C-01FC-5B8A-7D35E18D5F08}"/>
                </a:ext>
              </a:extLst>
            </p:cNvPr>
            <p:cNvSpPr/>
            <p:nvPr/>
          </p:nvSpPr>
          <p:spPr>
            <a:xfrm>
              <a:off x="8165995" y="457541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N4</a:t>
              </a:r>
            </a:p>
          </p:txBody>
        </p:sp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BEBBFD5B-48DE-0F43-F4DE-06ECBF24F508}"/>
                </a:ext>
              </a:extLst>
            </p:cNvPr>
            <p:cNvSpPr/>
            <p:nvPr/>
          </p:nvSpPr>
          <p:spPr>
            <a:xfrm>
              <a:off x="8705511" y="5491100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N9</a:t>
              </a:r>
            </a:p>
          </p:txBody>
        </p:sp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135D43C7-CCDE-9243-AC8B-C7288CA33562}"/>
                </a:ext>
              </a:extLst>
            </p:cNvPr>
            <p:cNvSpPr/>
            <p:nvPr/>
          </p:nvSpPr>
          <p:spPr>
            <a:xfrm>
              <a:off x="7644787" y="548167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N8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4FE3E5B-D6B2-2F3D-208B-BF17AFCD03EB}"/>
                </a:ext>
              </a:extLst>
            </p:cNvPr>
            <p:cNvCxnSpPr>
              <a:cxnSpLocks/>
              <a:stCxn id="9" idx="3"/>
              <a:endCxn id="10" idx="7"/>
            </p:cNvCxnSpPr>
            <p:nvPr/>
          </p:nvCxnSpPr>
          <p:spPr>
            <a:xfrm flipH="1">
              <a:off x="9285261" y="3405138"/>
              <a:ext cx="410725" cy="2975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C98A9E2-27A4-5FB3-615B-A4B51DF91699}"/>
                </a:ext>
              </a:extLst>
            </p:cNvPr>
            <p:cNvCxnSpPr>
              <a:cxnSpLocks/>
            </p:cNvCxnSpPr>
            <p:nvPr/>
          </p:nvCxnSpPr>
          <p:spPr>
            <a:xfrm>
              <a:off x="10111981" y="3380767"/>
              <a:ext cx="574066" cy="30047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87776BA-F644-5C75-5261-AEBC6EFC0D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9999" y="4076342"/>
              <a:ext cx="371024" cy="4990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FB83023-AA07-E307-FB04-5787B2625299}"/>
                </a:ext>
              </a:extLst>
            </p:cNvPr>
            <p:cNvCxnSpPr>
              <a:cxnSpLocks/>
              <a:endCxn id="31" idx="7"/>
            </p:cNvCxnSpPr>
            <p:nvPr/>
          </p:nvCxnSpPr>
          <p:spPr>
            <a:xfrm flipH="1">
              <a:off x="8089666" y="5078337"/>
              <a:ext cx="239596" cy="47699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DDEF95D-2019-6397-3655-A99185734B93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>
              <a:off x="8542244" y="5074195"/>
              <a:ext cx="239596" cy="4905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B7ECF19-1410-3BB2-4B7C-3F5AC830667D}"/>
                </a:ext>
              </a:extLst>
            </p:cNvPr>
            <p:cNvCxnSpPr>
              <a:cxnSpLocks/>
            </p:cNvCxnSpPr>
            <p:nvPr/>
          </p:nvCxnSpPr>
          <p:spPr>
            <a:xfrm>
              <a:off x="9233888" y="4119595"/>
              <a:ext cx="202965" cy="4558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5EB1754-89BD-1D40-AFFB-453699F795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37806" y="4044054"/>
              <a:ext cx="250344" cy="5064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AD1FEB5-4A0D-A753-16AE-468ABC6D0670}"/>
                </a:ext>
              </a:extLst>
            </p:cNvPr>
            <p:cNvCxnSpPr>
              <a:cxnSpLocks/>
            </p:cNvCxnSpPr>
            <p:nvPr/>
          </p:nvCxnSpPr>
          <p:spPr>
            <a:xfrm>
              <a:off x="11106449" y="4055512"/>
              <a:ext cx="327679" cy="51990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C1A8071-39A6-4F64-B557-B67A6422B716}"/>
              </a:ext>
            </a:extLst>
          </p:cNvPr>
          <p:cNvGrpSpPr/>
          <p:nvPr/>
        </p:nvGrpSpPr>
        <p:grpSpPr>
          <a:xfrm>
            <a:off x="918625" y="1853684"/>
            <a:ext cx="2527219" cy="3791187"/>
            <a:chOff x="918625" y="1853684"/>
            <a:chExt cx="2527219" cy="379118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CE6FB79-F3DF-D52E-864E-DAEF778CAF22}"/>
                </a:ext>
              </a:extLst>
            </p:cNvPr>
            <p:cNvSpPr/>
            <p:nvPr/>
          </p:nvSpPr>
          <p:spPr>
            <a:xfrm>
              <a:off x="924025" y="1853684"/>
              <a:ext cx="2521819" cy="577012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Left Subtree</a:t>
              </a:r>
            </a:p>
          </p:txBody>
        </p:sp>
        <p:sp>
          <p:nvSpPr>
            <p:cNvPr id="6" name="Arrow: Down 5">
              <a:extLst>
                <a:ext uri="{FF2B5EF4-FFF2-40B4-BE49-F238E27FC236}">
                  <a16:creationId xmlns:a16="http://schemas.microsoft.com/office/drawing/2014/main" id="{E1600CBC-9EC9-4B30-29CB-4AB7AA3D080C}"/>
                </a:ext>
              </a:extLst>
            </p:cNvPr>
            <p:cNvSpPr/>
            <p:nvPr/>
          </p:nvSpPr>
          <p:spPr>
            <a:xfrm>
              <a:off x="1963553" y="2487162"/>
              <a:ext cx="431967" cy="751052"/>
            </a:xfrm>
            <a:prstGeom prst="down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F8520D8-904F-4637-E030-D6974FA8B58C}"/>
                </a:ext>
              </a:extLst>
            </p:cNvPr>
            <p:cNvSpPr/>
            <p:nvPr/>
          </p:nvSpPr>
          <p:spPr>
            <a:xfrm>
              <a:off x="924025" y="3360779"/>
              <a:ext cx="2521819" cy="577012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Root Node</a:t>
              </a:r>
            </a:p>
          </p:txBody>
        </p:sp>
        <p:sp>
          <p:nvSpPr>
            <p:cNvPr id="14" name="Arrow: Down 13">
              <a:extLst>
                <a:ext uri="{FF2B5EF4-FFF2-40B4-BE49-F238E27FC236}">
                  <a16:creationId xmlns:a16="http://schemas.microsoft.com/office/drawing/2014/main" id="{04DD1EFC-2F8A-900F-E651-0F6146CAE9FC}"/>
                </a:ext>
              </a:extLst>
            </p:cNvPr>
            <p:cNvSpPr/>
            <p:nvPr/>
          </p:nvSpPr>
          <p:spPr>
            <a:xfrm>
              <a:off x="1963552" y="4127299"/>
              <a:ext cx="431967" cy="751052"/>
            </a:xfrm>
            <a:prstGeom prst="down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C5365A1-3E52-8991-2857-32F6E29CAF8A}"/>
                </a:ext>
              </a:extLst>
            </p:cNvPr>
            <p:cNvSpPr/>
            <p:nvPr/>
          </p:nvSpPr>
          <p:spPr>
            <a:xfrm>
              <a:off x="918625" y="5067859"/>
              <a:ext cx="2521819" cy="577012"/>
            </a:xfrm>
            <a:prstGeom prst="roundRect">
              <a:avLst/>
            </a:prstGeom>
            <a:solidFill>
              <a:srgbClr val="66FF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Right Subtree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EC85E23-8C01-4AC8-C1F8-1E03AAD6F76E}"/>
              </a:ext>
            </a:extLst>
          </p:cNvPr>
          <p:cNvSpPr txBox="1"/>
          <p:nvPr/>
        </p:nvSpPr>
        <p:spPr>
          <a:xfrm>
            <a:off x="4996776" y="5391050"/>
            <a:ext cx="6602160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N8 -&gt; N4 -&gt; N9 -&gt; N2 -&gt; N5 -&gt; N1 -&gt; N6 -&gt; N3 -&gt; N7</a:t>
            </a:r>
          </a:p>
        </p:txBody>
      </p:sp>
    </p:spTree>
    <p:extLst>
      <p:ext uri="{BB962C8B-B14F-4D97-AF65-F5344CB8AC3E}">
        <p14:creationId xmlns:p14="http://schemas.microsoft.com/office/powerpoint/2010/main" val="3016342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BCC95-D6D9-40D8-AB68-BEF73359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F0AB67-562C-BB8D-C452-C843CA0C4015}"/>
              </a:ext>
            </a:extLst>
          </p:cNvPr>
          <p:cNvSpPr txBox="1"/>
          <p:nvPr/>
        </p:nvSpPr>
        <p:spPr>
          <a:xfrm>
            <a:off x="0" y="-30822"/>
            <a:ext cx="12192000" cy="1200329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600" dirty="0">
                <a:latin typeface="+mj-lt"/>
              </a:rPr>
              <a:t>Traversal of Binary Tree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AF8095-2B03-E36C-5555-472D3613F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91ACE3-2A72-9AC6-BDD8-199FA64183BF}"/>
              </a:ext>
            </a:extLst>
          </p:cNvPr>
          <p:cNvSpPr txBox="1"/>
          <p:nvPr/>
        </p:nvSpPr>
        <p:spPr>
          <a:xfrm>
            <a:off x="817660" y="1215730"/>
            <a:ext cx="6602160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Postorder traversal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477A31-4B87-B7F0-E765-C61181FF902C}"/>
              </a:ext>
            </a:extLst>
          </p:cNvPr>
          <p:cNvGrpSpPr/>
          <p:nvPr/>
        </p:nvGrpSpPr>
        <p:grpSpPr>
          <a:xfrm>
            <a:off x="5633987" y="1388876"/>
            <a:ext cx="4892840" cy="3489475"/>
            <a:chOff x="7644787" y="2975869"/>
            <a:chExt cx="4202548" cy="3018151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CAF04603-DF0B-2D70-4949-D15D2A172FC5}"/>
                </a:ext>
              </a:extLst>
            </p:cNvPr>
            <p:cNvSpPr/>
            <p:nvPr/>
          </p:nvSpPr>
          <p:spPr>
            <a:xfrm>
              <a:off x="9615640" y="2975869"/>
              <a:ext cx="548640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N1</a:t>
              </a:r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A202C465-9675-3F76-AFE6-CFF4D8501943}"/>
                </a:ext>
              </a:extLst>
            </p:cNvPr>
            <p:cNvSpPr/>
            <p:nvPr/>
          </p:nvSpPr>
          <p:spPr>
            <a:xfrm>
              <a:off x="8840382" y="362904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N2</a:t>
              </a:r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EB57DCD9-4790-9346-8FCB-3107E441DF1A}"/>
                </a:ext>
              </a:extLst>
            </p:cNvPr>
            <p:cNvSpPr/>
            <p:nvPr/>
          </p:nvSpPr>
          <p:spPr>
            <a:xfrm>
              <a:off x="10686047" y="357396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N3</a:t>
              </a:r>
            </a:p>
          </p:txBody>
        </p:sp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82E48BFB-534B-A21F-94C2-1FD8BE714A62}"/>
                </a:ext>
              </a:extLst>
            </p:cNvPr>
            <p:cNvSpPr/>
            <p:nvPr/>
          </p:nvSpPr>
          <p:spPr>
            <a:xfrm>
              <a:off x="10164839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N6</a:t>
              </a:r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17A74A32-9683-5260-D9E7-423C62D2BD08}"/>
                </a:ext>
              </a:extLst>
            </p:cNvPr>
            <p:cNvSpPr/>
            <p:nvPr/>
          </p:nvSpPr>
          <p:spPr>
            <a:xfrm>
              <a:off x="11326127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N7</a:t>
              </a:r>
            </a:p>
          </p:txBody>
        </p:sp>
        <p:sp>
          <p:nvSpPr>
            <p:cNvPr id="26" name="Flowchart: Connector 25">
              <a:extLst>
                <a:ext uri="{FF2B5EF4-FFF2-40B4-BE49-F238E27FC236}">
                  <a16:creationId xmlns:a16="http://schemas.microsoft.com/office/drawing/2014/main" id="{B6E2BF54-373E-6DD7-3CF7-49C715AD0E1B}"/>
                </a:ext>
              </a:extLst>
            </p:cNvPr>
            <p:cNvSpPr/>
            <p:nvPr/>
          </p:nvSpPr>
          <p:spPr>
            <a:xfrm>
              <a:off x="9327283" y="455780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N5</a:t>
              </a:r>
            </a:p>
          </p:txBody>
        </p:sp>
        <p:sp>
          <p:nvSpPr>
            <p:cNvPr id="29" name="Flowchart: Connector 28">
              <a:extLst>
                <a:ext uri="{FF2B5EF4-FFF2-40B4-BE49-F238E27FC236}">
                  <a16:creationId xmlns:a16="http://schemas.microsoft.com/office/drawing/2014/main" id="{56FBFF79-1D0A-45CA-E438-ECD482774BC3}"/>
                </a:ext>
              </a:extLst>
            </p:cNvPr>
            <p:cNvSpPr/>
            <p:nvPr/>
          </p:nvSpPr>
          <p:spPr>
            <a:xfrm>
              <a:off x="8165995" y="457541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N4</a:t>
              </a:r>
            </a:p>
          </p:txBody>
        </p:sp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AE621FE9-E548-3B74-460E-15DAD4072A15}"/>
                </a:ext>
              </a:extLst>
            </p:cNvPr>
            <p:cNvSpPr/>
            <p:nvPr/>
          </p:nvSpPr>
          <p:spPr>
            <a:xfrm>
              <a:off x="8705511" y="5491100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N9</a:t>
              </a:r>
            </a:p>
          </p:txBody>
        </p:sp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5C8A0A05-9F92-761C-224D-552F8117E396}"/>
                </a:ext>
              </a:extLst>
            </p:cNvPr>
            <p:cNvSpPr/>
            <p:nvPr/>
          </p:nvSpPr>
          <p:spPr>
            <a:xfrm>
              <a:off x="7644787" y="548167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N8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FE06750-18BE-9ABD-9704-69B4578D3048}"/>
                </a:ext>
              </a:extLst>
            </p:cNvPr>
            <p:cNvCxnSpPr>
              <a:cxnSpLocks/>
              <a:stCxn id="9" idx="3"/>
              <a:endCxn id="10" idx="7"/>
            </p:cNvCxnSpPr>
            <p:nvPr/>
          </p:nvCxnSpPr>
          <p:spPr>
            <a:xfrm flipH="1">
              <a:off x="9285261" y="3405138"/>
              <a:ext cx="410725" cy="2975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EF8841E-59F7-B574-7E44-5012E23AED56}"/>
                </a:ext>
              </a:extLst>
            </p:cNvPr>
            <p:cNvCxnSpPr>
              <a:cxnSpLocks/>
            </p:cNvCxnSpPr>
            <p:nvPr/>
          </p:nvCxnSpPr>
          <p:spPr>
            <a:xfrm>
              <a:off x="10111981" y="3380767"/>
              <a:ext cx="574066" cy="30047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569F64B-FA1A-A6B2-9999-EE7E42512C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9999" y="4076342"/>
              <a:ext cx="371024" cy="4990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011E0FB-46EF-F1E4-8ED4-2E5D78B93116}"/>
                </a:ext>
              </a:extLst>
            </p:cNvPr>
            <p:cNvCxnSpPr>
              <a:cxnSpLocks/>
              <a:endCxn id="31" idx="7"/>
            </p:cNvCxnSpPr>
            <p:nvPr/>
          </p:nvCxnSpPr>
          <p:spPr>
            <a:xfrm flipH="1">
              <a:off x="8089666" y="5078337"/>
              <a:ext cx="239596" cy="47699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4F4F1C1-1AA5-5C2A-C0EE-AEEF92F81B7A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>
              <a:off x="8542244" y="5074195"/>
              <a:ext cx="239596" cy="4905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A120ED9-A985-F13C-FBD1-F3E777A2B820}"/>
                </a:ext>
              </a:extLst>
            </p:cNvPr>
            <p:cNvCxnSpPr>
              <a:cxnSpLocks/>
            </p:cNvCxnSpPr>
            <p:nvPr/>
          </p:nvCxnSpPr>
          <p:spPr>
            <a:xfrm>
              <a:off x="9233888" y="4119595"/>
              <a:ext cx="202965" cy="4558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257D630-0C98-6C1E-036E-DEDF952541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37806" y="4044054"/>
              <a:ext cx="250344" cy="5064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D450753-5BBA-6279-8B77-E619B58A3C5A}"/>
                </a:ext>
              </a:extLst>
            </p:cNvPr>
            <p:cNvCxnSpPr>
              <a:cxnSpLocks/>
            </p:cNvCxnSpPr>
            <p:nvPr/>
          </p:nvCxnSpPr>
          <p:spPr>
            <a:xfrm>
              <a:off x="11106449" y="4055512"/>
              <a:ext cx="327679" cy="51990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D7819A-F0B8-5A80-9193-F0DE949A8EA8}"/>
              </a:ext>
            </a:extLst>
          </p:cNvPr>
          <p:cNvGrpSpPr/>
          <p:nvPr/>
        </p:nvGrpSpPr>
        <p:grpSpPr>
          <a:xfrm>
            <a:off x="918625" y="1853684"/>
            <a:ext cx="2527219" cy="3791187"/>
            <a:chOff x="918625" y="1853684"/>
            <a:chExt cx="2527219" cy="379118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E5DA42B-9FEF-A199-C23D-9F2CF1C2A1AB}"/>
                </a:ext>
              </a:extLst>
            </p:cNvPr>
            <p:cNvSpPr/>
            <p:nvPr/>
          </p:nvSpPr>
          <p:spPr>
            <a:xfrm>
              <a:off x="924025" y="1853684"/>
              <a:ext cx="2521819" cy="577012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Left Subtree</a:t>
              </a:r>
            </a:p>
          </p:txBody>
        </p:sp>
        <p:sp>
          <p:nvSpPr>
            <p:cNvPr id="6" name="Arrow: Down 5">
              <a:extLst>
                <a:ext uri="{FF2B5EF4-FFF2-40B4-BE49-F238E27FC236}">
                  <a16:creationId xmlns:a16="http://schemas.microsoft.com/office/drawing/2014/main" id="{8895684C-7950-55A6-1980-CEE78A4B2402}"/>
                </a:ext>
              </a:extLst>
            </p:cNvPr>
            <p:cNvSpPr/>
            <p:nvPr/>
          </p:nvSpPr>
          <p:spPr>
            <a:xfrm>
              <a:off x="1963553" y="2487162"/>
              <a:ext cx="431967" cy="751052"/>
            </a:xfrm>
            <a:prstGeom prst="down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A6418C3-4805-1481-26C4-003EF3DB2601}"/>
                </a:ext>
              </a:extLst>
            </p:cNvPr>
            <p:cNvSpPr/>
            <p:nvPr/>
          </p:nvSpPr>
          <p:spPr>
            <a:xfrm>
              <a:off x="924025" y="3360779"/>
              <a:ext cx="2521819" cy="577012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Right Subtree</a:t>
              </a:r>
            </a:p>
          </p:txBody>
        </p:sp>
        <p:sp>
          <p:nvSpPr>
            <p:cNvPr id="14" name="Arrow: Down 13">
              <a:extLst>
                <a:ext uri="{FF2B5EF4-FFF2-40B4-BE49-F238E27FC236}">
                  <a16:creationId xmlns:a16="http://schemas.microsoft.com/office/drawing/2014/main" id="{BD2E912C-59B1-F286-8277-112C3DA71EAB}"/>
                </a:ext>
              </a:extLst>
            </p:cNvPr>
            <p:cNvSpPr/>
            <p:nvPr/>
          </p:nvSpPr>
          <p:spPr>
            <a:xfrm>
              <a:off x="1963552" y="4127299"/>
              <a:ext cx="431967" cy="751052"/>
            </a:xfrm>
            <a:prstGeom prst="down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9B2D0C3-937F-09F4-A7E8-7773135B5539}"/>
                </a:ext>
              </a:extLst>
            </p:cNvPr>
            <p:cNvSpPr/>
            <p:nvPr/>
          </p:nvSpPr>
          <p:spPr>
            <a:xfrm>
              <a:off x="918625" y="5067859"/>
              <a:ext cx="2521819" cy="577012"/>
            </a:xfrm>
            <a:prstGeom prst="roundRect">
              <a:avLst/>
            </a:prstGeom>
            <a:solidFill>
              <a:srgbClr val="66FF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Root Node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70892FBD-B327-1545-EB76-29266BBCE3FA}"/>
              </a:ext>
            </a:extLst>
          </p:cNvPr>
          <p:cNvSpPr txBox="1"/>
          <p:nvPr/>
        </p:nvSpPr>
        <p:spPr>
          <a:xfrm>
            <a:off x="4996776" y="5391050"/>
            <a:ext cx="6602160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N8 -&gt; N9 -&gt; N4 -&gt; N5 -&gt; N2 -&gt; N6 -&gt; N7 -&gt; N3 -&gt; N1</a:t>
            </a:r>
          </a:p>
        </p:txBody>
      </p:sp>
    </p:spTree>
    <p:extLst>
      <p:ext uri="{BB962C8B-B14F-4D97-AF65-F5344CB8AC3E}">
        <p14:creationId xmlns:p14="http://schemas.microsoft.com/office/powerpoint/2010/main" val="868237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8C1C6-91E6-71F1-45BC-1EFCFF1C9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4A0E83-7179-9156-F50C-41C5B411622D}"/>
              </a:ext>
            </a:extLst>
          </p:cNvPr>
          <p:cNvSpPr txBox="1"/>
          <p:nvPr/>
        </p:nvSpPr>
        <p:spPr>
          <a:xfrm>
            <a:off x="0" y="-30822"/>
            <a:ext cx="12192000" cy="1200329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600" dirty="0">
                <a:latin typeface="+mj-lt"/>
              </a:rPr>
              <a:t>Traversal of Binary Tree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40D5D3-19E0-F5EF-048C-D1912C2D8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0B351B-9EEB-700E-A574-34B926939698}"/>
              </a:ext>
            </a:extLst>
          </p:cNvPr>
          <p:cNvSpPr txBox="1"/>
          <p:nvPr/>
        </p:nvSpPr>
        <p:spPr>
          <a:xfrm>
            <a:off x="522064" y="1164889"/>
            <a:ext cx="6602160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Level order traversal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229ED0-6CFA-48D5-E325-576E9815034C}"/>
              </a:ext>
            </a:extLst>
          </p:cNvPr>
          <p:cNvSpPr txBox="1"/>
          <p:nvPr/>
        </p:nvSpPr>
        <p:spPr>
          <a:xfrm>
            <a:off x="2932979" y="5889566"/>
            <a:ext cx="6602160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N1 -&gt; N2 -&gt; N3 -&gt; N4 -&gt; N5 -&gt; N6 -&gt; N7 -&gt; N8 -&gt; N9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B99B647-1B01-21BA-B1F2-8FB0CB0FCD91}"/>
              </a:ext>
            </a:extLst>
          </p:cNvPr>
          <p:cNvGrpSpPr/>
          <p:nvPr/>
        </p:nvGrpSpPr>
        <p:grpSpPr>
          <a:xfrm>
            <a:off x="3980168" y="1587411"/>
            <a:ext cx="6602160" cy="3547060"/>
            <a:chOff x="3980168" y="1587411"/>
            <a:chExt cx="6602160" cy="354706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1521B22-5AF1-01C9-15BC-653ABEC15E87}"/>
                </a:ext>
              </a:extLst>
            </p:cNvPr>
            <p:cNvGrpSpPr/>
            <p:nvPr/>
          </p:nvGrpSpPr>
          <p:grpSpPr>
            <a:xfrm>
              <a:off x="5585861" y="1644996"/>
              <a:ext cx="4892840" cy="3489475"/>
              <a:chOff x="7644787" y="2975869"/>
              <a:chExt cx="4202548" cy="3018151"/>
            </a:xfrm>
          </p:grpSpPr>
          <p:sp>
            <p:nvSpPr>
              <p:cNvPr id="9" name="Flowchart: Connector 8">
                <a:extLst>
                  <a:ext uri="{FF2B5EF4-FFF2-40B4-BE49-F238E27FC236}">
                    <a16:creationId xmlns:a16="http://schemas.microsoft.com/office/drawing/2014/main" id="{8C10A324-8306-A546-1341-455D8B9DF512}"/>
                  </a:ext>
                </a:extLst>
              </p:cNvPr>
              <p:cNvSpPr/>
              <p:nvPr/>
            </p:nvSpPr>
            <p:spPr>
              <a:xfrm>
                <a:off x="9615640" y="2975869"/>
                <a:ext cx="548640" cy="502920"/>
              </a:xfrm>
              <a:prstGeom prst="flowChartConnector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/>
                  <a:t>N1</a:t>
                </a:r>
              </a:p>
            </p:txBody>
          </p:sp>
          <p:sp>
            <p:nvSpPr>
              <p:cNvPr id="10" name="Flowchart: Connector 9">
                <a:extLst>
                  <a:ext uri="{FF2B5EF4-FFF2-40B4-BE49-F238E27FC236}">
                    <a16:creationId xmlns:a16="http://schemas.microsoft.com/office/drawing/2014/main" id="{18223CB9-9C31-4277-B53B-B6D1B28EB620}"/>
                  </a:ext>
                </a:extLst>
              </p:cNvPr>
              <p:cNvSpPr/>
              <p:nvPr/>
            </p:nvSpPr>
            <p:spPr>
              <a:xfrm>
                <a:off x="8840382" y="3629048"/>
                <a:ext cx="521208" cy="502920"/>
              </a:xfrm>
              <a:prstGeom prst="flowChartConnector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/>
                  <a:t>N2</a:t>
                </a:r>
              </a:p>
            </p:txBody>
          </p:sp>
          <p:sp>
            <p:nvSpPr>
              <p:cNvPr id="11" name="Flowchart: Connector 10">
                <a:extLst>
                  <a:ext uri="{FF2B5EF4-FFF2-40B4-BE49-F238E27FC236}">
                    <a16:creationId xmlns:a16="http://schemas.microsoft.com/office/drawing/2014/main" id="{7F658296-822B-143F-0FC0-7CB24EB7046F}"/>
                  </a:ext>
                </a:extLst>
              </p:cNvPr>
              <p:cNvSpPr/>
              <p:nvPr/>
            </p:nvSpPr>
            <p:spPr>
              <a:xfrm>
                <a:off x="10686047" y="3573968"/>
                <a:ext cx="521208" cy="502920"/>
              </a:xfrm>
              <a:prstGeom prst="flowChartConnector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/>
                  <a:t>N3</a:t>
                </a:r>
              </a:p>
            </p:txBody>
          </p:sp>
          <p:sp>
            <p:nvSpPr>
              <p:cNvPr id="12" name="Flowchart: Connector 11">
                <a:extLst>
                  <a:ext uri="{FF2B5EF4-FFF2-40B4-BE49-F238E27FC236}">
                    <a16:creationId xmlns:a16="http://schemas.microsoft.com/office/drawing/2014/main" id="{5BAA6A29-7AAB-0CD0-9946-7AAF051854C8}"/>
                  </a:ext>
                </a:extLst>
              </p:cNvPr>
              <p:cNvSpPr/>
              <p:nvPr/>
            </p:nvSpPr>
            <p:spPr>
              <a:xfrm>
                <a:off x="10164839" y="4518907"/>
                <a:ext cx="521208" cy="502920"/>
              </a:xfrm>
              <a:prstGeom prst="flowChartConnector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/>
                  <a:t>N6</a:t>
                </a:r>
              </a:p>
            </p:txBody>
          </p:sp>
          <p:sp>
            <p:nvSpPr>
              <p:cNvPr id="13" name="Flowchart: Connector 12">
                <a:extLst>
                  <a:ext uri="{FF2B5EF4-FFF2-40B4-BE49-F238E27FC236}">
                    <a16:creationId xmlns:a16="http://schemas.microsoft.com/office/drawing/2014/main" id="{4171D0D4-2884-6039-63AA-B5ADA5D17C5D}"/>
                  </a:ext>
                </a:extLst>
              </p:cNvPr>
              <p:cNvSpPr/>
              <p:nvPr/>
            </p:nvSpPr>
            <p:spPr>
              <a:xfrm>
                <a:off x="11326127" y="4518907"/>
                <a:ext cx="521208" cy="502920"/>
              </a:xfrm>
              <a:prstGeom prst="flowChartConnector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/>
                  <a:t>N7</a:t>
                </a:r>
              </a:p>
            </p:txBody>
          </p:sp>
          <p:sp>
            <p:nvSpPr>
              <p:cNvPr id="26" name="Flowchart: Connector 25">
                <a:extLst>
                  <a:ext uri="{FF2B5EF4-FFF2-40B4-BE49-F238E27FC236}">
                    <a16:creationId xmlns:a16="http://schemas.microsoft.com/office/drawing/2014/main" id="{A55FC485-4E97-B72B-728C-45B7307B6C58}"/>
                  </a:ext>
                </a:extLst>
              </p:cNvPr>
              <p:cNvSpPr/>
              <p:nvPr/>
            </p:nvSpPr>
            <p:spPr>
              <a:xfrm>
                <a:off x="9327283" y="4557809"/>
                <a:ext cx="521208" cy="502920"/>
              </a:xfrm>
              <a:prstGeom prst="flowChartConnector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/>
                  <a:t>N5</a:t>
                </a:r>
              </a:p>
            </p:txBody>
          </p:sp>
          <p:sp>
            <p:nvSpPr>
              <p:cNvPr id="29" name="Flowchart: Connector 28">
                <a:extLst>
                  <a:ext uri="{FF2B5EF4-FFF2-40B4-BE49-F238E27FC236}">
                    <a16:creationId xmlns:a16="http://schemas.microsoft.com/office/drawing/2014/main" id="{51386052-D7B6-0546-083F-28A570BFB2C7}"/>
                  </a:ext>
                </a:extLst>
              </p:cNvPr>
              <p:cNvSpPr/>
              <p:nvPr/>
            </p:nvSpPr>
            <p:spPr>
              <a:xfrm>
                <a:off x="8165995" y="4575417"/>
                <a:ext cx="521208" cy="502920"/>
              </a:xfrm>
              <a:prstGeom prst="flowChartConnector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/>
                  <a:t>N4</a:t>
                </a:r>
              </a:p>
            </p:txBody>
          </p:sp>
          <p:sp>
            <p:nvSpPr>
              <p:cNvPr id="30" name="Flowchart: Connector 29">
                <a:extLst>
                  <a:ext uri="{FF2B5EF4-FFF2-40B4-BE49-F238E27FC236}">
                    <a16:creationId xmlns:a16="http://schemas.microsoft.com/office/drawing/2014/main" id="{3218FED5-7695-FD8B-D109-43E5D05FE369}"/>
                  </a:ext>
                </a:extLst>
              </p:cNvPr>
              <p:cNvSpPr/>
              <p:nvPr/>
            </p:nvSpPr>
            <p:spPr>
              <a:xfrm>
                <a:off x="8705511" y="5491100"/>
                <a:ext cx="521208" cy="502920"/>
              </a:xfrm>
              <a:prstGeom prst="flowChartConnector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/>
                  <a:t>N9</a:t>
                </a:r>
              </a:p>
            </p:txBody>
          </p:sp>
          <p:sp>
            <p:nvSpPr>
              <p:cNvPr id="31" name="Flowchart: Connector 30">
                <a:extLst>
                  <a:ext uri="{FF2B5EF4-FFF2-40B4-BE49-F238E27FC236}">
                    <a16:creationId xmlns:a16="http://schemas.microsoft.com/office/drawing/2014/main" id="{D122E0E8-1AA3-55F1-59F0-2F588DA2F4A1}"/>
                  </a:ext>
                </a:extLst>
              </p:cNvPr>
              <p:cNvSpPr/>
              <p:nvPr/>
            </p:nvSpPr>
            <p:spPr>
              <a:xfrm>
                <a:off x="7644787" y="5481679"/>
                <a:ext cx="521208" cy="502920"/>
              </a:xfrm>
              <a:prstGeom prst="flowChartConnector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/>
                  <a:t>N8</a:t>
                </a:r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336A5239-4897-2D2B-08EA-131FA8A8ACF5}"/>
                  </a:ext>
                </a:extLst>
              </p:cNvPr>
              <p:cNvCxnSpPr>
                <a:cxnSpLocks/>
                <a:stCxn id="9" idx="3"/>
                <a:endCxn id="10" idx="7"/>
              </p:cNvCxnSpPr>
              <p:nvPr/>
            </p:nvCxnSpPr>
            <p:spPr>
              <a:xfrm flipH="1">
                <a:off x="9285261" y="3405138"/>
                <a:ext cx="410725" cy="29756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ABC10DB-C08D-3FFE-4434-4A69D8B8BE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11981" y="3380767"/>
                <a:ext cx="574066" cy="30047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AFDBAC8-18DF-4B5C-82CA-08CAF543FC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19999" y="4076342"/>
                <a:ext cx="371024" cy="49907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9BC5A331-18BD-D6A2-4912-30BE0572438D}"/>
                  </a:ext>
                </a:extLst>
              </p:cNvPr>
              <p:cNvCxnSpPr>
                <a:cxnSpLocks/>
                <a:endCxn id="31" idx="7"/>
              </p:cNvCxnSpPr>
              <p:nvPr/>
            </p:nvCxnSpPr>
            <p:spPr>
              <a:xfrm flipH="1">
                <a:off x="8089666" y="5078337"/>
                <a:ext cx="239596" cy="47699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DF274C8C-333E-3DD2-D559-818FC302AEC9}"/>
                  </a:ext>
                </a:extLst>
              </p:cNvPr>
              <p:cNvCxnSpPr>
                <a:cxnSpLocks/>
                <a:endCxn id="30" idx="1"/>
              </p:cNvCxnSpPr>
              <p:nvPr/>
            </p:nvCxnSpPr>
            <p:spPr>
              <a:xfrm>
                <a:off x="8542244" y="5074195"/>
                <a:ext cx="239596" cy="49055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57A11FD-1F01-A80E-E31D-E6813D43DD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33888" y="4119595"/>
                <a:ext cx="202965" cy="45582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5996D566-8414-60B9-CB98-8F009D6F9B3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37806" y="4044054"/>
                <a:ext cx="250344" cy="50642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4F6058A1-FA13-64C3-9AAB-ECEB8A4094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06449" y="4055512"/>
                <a:ext cx="327679" cy="51990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95D3AD4-95DD-7724-6C32-6BCD5E8517BD}"/>
                </a:ext>
              </a:extLst>
            </p:cNvPr>
            <p:cNvSpPr txBox="1"/>
            <p:nvPr/>
          </p:nvSpPr>
          <p:spPr>
            <a:xfrm>
              <a:off x="3980168" y="1587411"/>
              <a:ext cx="6602160" cy="66274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dirty="0"/>
                <a:t>Level 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F710E5C-A2EA-141F-A7F3-8C1C923CD74A}"/>
                </a:ext>
              </a:extLst>
            </p:cNvPr>
            <p:cNvSpPr txBox="1"/>
            <p:nvPr/>
          </p:nvSpPr>
          <p:spPr>
            <a:xfrm>
              <a:off x="3980168" y="2338882"/>
              <a:ext cx="6602160" cy="66274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dirty="0"/>
                <a:t>Level 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4A66990-8AE0-04CA-1435-EA988F87B302}"/>
                </a:ext>
              </a:extLst>
            </p:cNvPr>
            <p:cNvSpPr txBox="1"/>
            <p:nvPr/>
          </p:nvSpPr>
          <p:spPr>
            <a:xfrm>
              <a:off x="3980168" y="3429000"/>
              <a:ext cx="6602160" cy="66274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dirty="0"/>
                <a:t>Level 3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D40B3F9-9EE5-4F17-1268-8C753FA6CC4C}"/>
                </a:ext>
              </a:extLst>
            </p:cNvPr>
            <p:cNvSpPr txBox="1"/>
            <p:nvPr/>
          </p:nvSpPr>
          <p:spPr>
            <a:xfrm>
              <a:off x="3980168" y="4471725"/>
              <a:ext cx="6602160" cy="66274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dirty="0"/>
                <a:t>Level 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3147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35019-DE13-D439-F1C9-13A0BD173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E34F30-E15C-E57D-A69D-259AF7B5B02D}"/>
              </a:ext>
            </a:extLst>
          </p:cNvPr>
          <p:cNvSpPr txBox="1"/>
          <p:nvPr/>
        </p:nvSpPr>
        <p:spPr>
          <a:xfrm>
            <a:off x="0" y="-30822"/>
            <a:ext cx="12192000" cy="1200329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600" dirty="0">
                <a:latin typeface="+mj-lt"/>
              </a:rPr>
              <a:t>Search a node in Binary Tree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A10D74-E6A3-3110-D83F-B95199CB8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C619C0-4030-B310-9D91-81F20DECFA45}"/>
              </a:ext>
            </a:extLst>
          </p:cNvPr>
          <p:cNvSpPr txBox="1"/>
          <p:nvPr/>
        </p:nvSpPr>
        <p:spPr>
          <a:xfrm>
            <a:off x="538709" y="1467863"/>
            <a:ext cx="6602160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Level order traversal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F47BE04-3E14-B05A-F088-6949445C7A43}"/>
              </a:ext>
            </a:extLst>
          </p:cNvPr>
          <p:cNvGrpSpPr/>
          <p:nvPr/>
        </p:nvGrpSpPr>
        <p:grpSpPr>
          <a:xfrm>
            <a:off x="3980168" y="1843077"/>
            <a:ext cx="6602160" cy="3547060"/>
            <a:chOff x="3980168" y="1587411"/>
            <a:chExt cx="6602160" cy="354706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BD576B7-17A7-E8CF-52AC-73F8B770B481}"/>
                </a:ext>
              </a:extLst>
            </p:cNvPr>
            <p:cNvGrpSpPr/>
            <p:nvPr/>
          </p:nvGrpSpPr>
          <p:grpSpPr>
            <a:xfrm>
              <a:off x="5585861" y="1644996"/>
              <a:ext cx="4892840" cy="3489475"/>
              <a:chOff x="7644787" y="2975869"/>
              <a:chExt cx="4202548" cy="3018151"/>
            </a:xfrm>
          </p:grpSpPr>
          <p:sp>
            <p:nvSpPr>
              <p:cNvPr id="17" name="Flowchart: Connector 16">
                <a:extLst>
                  <a:ext uri="{FF2B5EF4-FFF2-40B4-BE49-F238E27FC236}">
                    <a16:creationId xmlns:a16="http://schemas.microsoft.com/office/drawing/2014/main" id="{B8E3BA65-903A-06D4-54E0-3016ACE81F54}"/>
                  </a:ext>
                </a:extLst>
              </p:cNvPr>
              <p:cNvSpPr/>
              <p:nvPr/>
            </p:nvSpPr>
            <p:spPr>
              <a:xfrm>
                <a:off x="9615640" y="2975869"/>
                <a:ext cx="548640" cy="502920"/>
              </a:xfrm>
              <a:prstGeom prst="flowChartConnector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/>
                  <a:t>N1</a:t>
                </a:r>
              </a:p>
            </p:txBody>
          </p:sp>
          <p:sp>
            <p:nvSpPr>
              <p:cNvPr id="18" name="Flowchart: Connector 17">
                <a:extLst>
                  <a:ext uri="{FF2B5EF4-FFF2-40B4-BE49-F238E27FC236}">
                    <a16:creationId xmlns:a16="http://schemas.microsoft.com/office/drawing/2014/main" id="{B6C6EDC8-C6E1-CC45-8F88-409DA85E0EDE}"/>
                  </a:ext>
                </a:extLst>
              </p:cNvPr>
              <p:cNvSpPr/>
              <p:nvPr/>
            </p:nvSpPr>
            <p:spPr>
              <a:xfrm>
                <a:off x="8840382" y="3629048"/>
                <a:ext cx="521208" cy="502920"/>
              </a:xfrm>
              <a:prstGeom prst="flowChartConnector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/>
                  <a:t>N2</a:t>
                </a:r>
              </a:p>
            </p:txBody>
          </p:sp>
          <p:sp>
            <p:nvSpPr>
              <p:cNvPr id="19" name="Flowchart: Connector 18">
                <a:extLst>
                  <a:ext uri="{FF2B5EF4-FFF2-40B4-BE49-F238E27FC236}">
                    <a16:creationId xmlns:a16="http://schemas.microsoft.com/office/drawing/2014/main" id="{F8D95531-03E9-1CA9-9159-17E842A33BE6}"/>
                  </a:ext>
                </a:extLst>
              </p:cNvPr>
              <p:cNvSpPr/>
              <p:nvPr/>
            </p:nvSpPr>
            <p:spPr>
              <a:xfrm>
                <a:off x="10686047" y="3573968"/>
                <a:ext cx="521208" cy="502920"/>
              </a:xfrm>
              <a:prstGeom prst="flowChartConnector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/>
                  <a:t>N3</a:t>
                </a:r>
              </a:p>
            </p:txBody>
          </p:sp>
          <p:sp>
            <p:nvSpPr>
              <p:cNvPr id="20" name="Flowchart: Connector 19">
                <a:extLst>
                  <a:ext uri="{FF2B5EF4-FFF2-40B4-BE49-F238E27FC236}">
                    <a16:creationId xmlns:a16="http://schemas.microsoft.com/office/drawing/2014/main" id="{B7EE7DFC-1333-C766-53AE-27DA1DA78563}"/>
                  </a:ext>
                </a:extLst>
              </p:cNvPr>
              <p:cNvSpPr/>
              <p:nvPr/>
            </p:nvSpPr>
            <p:spPr>
              <a:xfrm>
                <a:off x="10164839" y="4518907"/>
                <a:ext cx="521208" cy="502920"/>
              </a:xfrm>
              <a:prstGeom prst="flowChartConnector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/>
                  <a:t>N6</a:t>
                </a:r>
              </a:p>
            </p:txBody>
          </p:sp>
          <p:sp>
            <p:nvSpPr>
              <p:cNvPr id="21" name="Flowchart: Connector 20">
                <a:extLst>
                  <a:ext uri="{FF2B5EF4-FFF2-40B4-BE49-F238E27FC236}">
                    <a16:creationId xmlns:a16="http://schemas.microsoft.com/office/drawing/2014/main" id="{3E1023F5-B8CC-FB3F-DA9F-1734ED199C87}"/>
                  </a:ext>
                </a:extLst>
              </p:cNvPr>
              <p:cNvSpPr/>
              <p:nvPr/>
            </p:nvSpPr>
            <p:spPr>
              <a:xfrm>
                <a:off x="11326127" y="4518907"/>
                <a:ext cx="521208" cy="502920"/>
              </a:xfrm>
              <a:prstGeom prst="flowChartConnector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/>
                  <a:t>N7</a:t>
                </a:r>
              </a:p>
            </p:txBody>
          </p:sp>
          <p:sp>
            <p:nvSpPr>
              <p:cNvPr id="22" name="Flowchart: Connector 21">
                <a:extLst>
                  <a:ext uri="{FF2B5EF4-FFF2-40B4-BE49-F238E27FC236}">
                    <a16:creationId xmlns:a16="http://schemas.microsoft.com/office/drawing/2014/main" id="{396391A9-08F9-3CCC-1314-682B1A7EC264}"/>
                  </a:ext>
                </a:extLst>
              </p:cNvPr>
              <p:cNvSpPr/>
              <p:nvPr/>
            </p:nvSpPr>
            <p:spPr>
              <a:xfrm>
                <a:off x="9327283" y="4557809"/>
                <a:ext cx="521208" cy="502920"/>
              </a:xfrm>
              <a:prstGeom prst="flowChartConnector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/>
                  <a:t>N5</a:t>
                </a:r>
              </a:p>
            </p:txBody>
          </p:sp>
          <p:sp>
            <p:nvSpPr>
              <p:cNvPr id="23" name="Flowchart: Connector 22">
                <a:extLst>
                  <a:ext uri="{FF2B5EF4-FFF2-40B4-BE49-F238E27FC236}">
                    <a16:creationId xmlns:a16="http://schemas.microsoft.com/office/drawing/2014/main" id="{F9BA5E79-7C0E-275D-E332-715E3CAB1E5E}"/>
                  </a:ext>
                </a:extLst>
              </p:cNvPr>
              <p:cNvSpPr/>
              <p:nvPr/>
            </p:nvSpPr>
            <p:spPr>
              <a:xfrm>
                <a:off x="8165995" y="4575417"/>
                <a:ext cx="521208" cy="502920"/>
              </a:xfrm>
              <a:prstGeom prst="flowChartConnector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/>
                  <a:t>N4</a:t>
                </a:r>
              </a:p>
            </p:txBody>
          </p:sp>
          <p:sp>
            <p:nvSpPr>
              <p:cNvPr id="24" name="Flowchart: Connector 23">
                <a:extLst>
                  <a:ext uri="{FF2B5EF4-FFF2-40B4-BE49-F238E27FC236}">
                    <a16:creationId xmlns:a16="http://schemas.microsoft.com/office/drawing/2014/main" id="{D195A6FB-38A8-434B-56D0-3FEB0D0AFD84}"/>
                  </a:ext>
                </a:extLst>
              </p:cNvPr>
              <p:cNvSpPr/>
              <p:nvPr/>
            </p:nvSpPr>
            <p:spPr>
              <a:xfrm>
                <a:off x="8705511" y="5491100"/>
                <a:ext cx="521208" cy="502920"/>
              </a:xfrm>
              <a:prstGeom prst="flowChartConnector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/>
                  <a:t>N9</a:t>
                </a:r>
              </a:p>
            </p:txBody>
          </p:sp>
          <p:sp>
            <p:nvSpPr>
              <p:cNvPr id="25" name="Flowchart: Connector 24">
                <a:extLst>
                  <a:ext uri="{FF2B5EF4-FFF2-40B4-BE49-F238E27FC236}">
                    <a16:creationId xmlns:a16="http://schemas.microsoft.com/office/drawing/2014/main" id="{BB042AEB-189E-57D9-83E9-2EE0DE6D17D0}"/>
                  </a:ext>
                </a:extLst>
              </p:cNvPr>
              <p:cNvSpPr/>
              <p:nvPr/>
            </p:nvSpPr>
            <p:spPr>
              <a:xfrm>
                <a:off x="7644787" y="5481679"/>
                <a:ext cx="521208" cy="502920"/>
              </a:xfrm>
              <a:prstGeom prst="flowChartConnector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/>
                  <a:t>N8</a:t>
                </a:r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CE05AD5E-E682-9FD0-8650-D0BA62B8B9D6}"/>
                  </a:ext>
                </a:extLst>
              </p:cNvPr>
              <p:cNvCxnSpPr>
                <a:cxnSpLocks/>
                <a:stCxn id="17" idx="3"/>
                <a:endCxn id="18" idx="7"/>
              </p:cNvCxnSpPr>
              <p:nvPr/>
            </p:nvCxnSpPr>
            <p:spPr>
              <a:xfrm flipH="1">
                <a:off x="9285261" y="3405138"/>
                <a:ext cx="410725" cy="29756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71638733-C708-45B2-5850-A6A782FC5D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11981" y="3380767"/>
                <a:ext cx="574066" cy="30047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04F27B13-268D-962A-4316-9D3618FE9D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19999" y="4076342"/>
                <a:ext cx="371024" cy="49907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A55693E-679B-072B-9ABB-57E94AD20F2E}"/>
                  </a:ext>
                </a:extLst>
              </p:cNvPr>
              <p:cNvCxnSpPr>
                <a:cxnSpLocks/>
                <a:endCxn id="25" idx="7"/>
              </p:cNvCxnSpPr>
              <p:nvPr/>
            </p:nvCxnSpPr>
            <p:spPr>
              <a:xfrm flipH="1">
                <a:off x="8089666" y="5078337"/>
                <a:ext cx="239596" cy="47699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761A3ED0-7872-9860-D322-DAF4E7FE2FF4}"/>
                  </a:ext>
                </a:extLst>
              </p:cNvPr>
              <p:cNvCxnSpPr>
                <a:cxnSpLocks/>
                <a:endCxn id="24" idx="1"/>
              </p:cNvCxnSpPr>
              <p:nvPr/>
            </p:nvCxnSpPr>
            <p:spPr>
              <a:xfrm>
                <a:off x="8542244" y="5074195"/>
                <a:ext cx="239596" cy="49055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4B1ED5ED-BDEB-1712-1DE1-D0825CE342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33888" y="4119595"/>
                <a:ext cx="202965" cy="45582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E6375017-1D1A-A66E-3FDC-6699C6930E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37806" y="4044054"/>
                <a:ext cx="250344" cy="50642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67E713E1-2F30-C079-1F47-F280C74F9F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06449" y="4055512"/>
                <a:ext cx="327679" cy="51990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8E747E1-A8A2-9805-123C-BC8E5083CFBC}"/>
                </a:ext>
              </a:extLst>
            </p:cNvPr>
            <p:cNvSpPr txBox="1"/>
            <p:nvPr/>
          </p:nvSpPr>
          <p:spPr>
            <a:xfrm>
              <a:off x="3980168" y="1587411"/>
              <a:ext cx="6602160" cy="66274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dirty="0"/>
                <a:t>Level 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B3DCF6B-633B-7720-6496-AF39C2C5A1EE}"/>
                </a:ext>
              </a:extLst>
            </p:cNvPr>
            <p:cNvSpPr txBox="1"/>
            <p:nvPr/>
          </p:nvSpPr>
          <p:spPr>
            <a:xfrm>
              <a:off x="3980168" y="2338882"/>
              <a:ext cx="6602160" cy="66274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dirty="0"/>
                <a:t>Level 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565BE0-4317-F242-CFE1-B15956F8D180}"/>
                </a:ext>
              </a:extLst>
            </p:cNvPr>
            <p:cNvSpPr txBox="1"/>
            <p:nvPr/>
          </p:nvSpPr>
          <p:spPr>
            <a:xfrm>
              <a:off x="3980168" y="3429000"/>
              <a:ext cx="6602160" cy="66274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dirty="0"/>
                <a:t>Level 3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EE2E956-1D6C-E94A-B5FC-635D0019CE70}"/>
                </a:ext>
              </a:extLst>
            </p:cNvPr>
            <p:cNvSpPr txBox="1"/>
            <p:nvPr/>
          </p:nvSpPr>
          <p:spPr>
            <a:xfrm>
              <a:off x="3980168" y="4471725"/>
              <a:ext cx="6602160" cy="662746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dirty="0"/>
                <a:t>Level 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3535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3BFFB-BD13-19A3-13C8-60EEDD3B2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B6D05D-DC75-DDEA-5EF3-6C988E4C3AF8}"/>
              </a:ext>
            </a:extLst>
          </p:cNvPr>
          <p:cNvSpPr txBox="1"/>
          <p:nvPr/>
        </p:nvSpPr>
        <p:spPr>
          <a:xfrm>
            <a:off x="0" y="-30822"/>
            <a:ext cx="12192000" cy="1200329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600" dirty="0">
                <a:latin typeface="+mj-lt"/>
              </a:rPr>
              <a:t>Insert a node in Binary Tree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ECF5AB-C8B1-E0A5-F7A4-AA04EA81C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9EDEA8-953D-5B07-684E-37402B4F1070}"/>
              </a:ext>
            </a:extLst>
          </p:cNvPr>
          <p:cNvSpPr txBox="1"/>
          <p:nvPr/>
        </p:nvSpPr>
        <p:spPr>
          <a:xfrm>
            <a:off x="500344" y="1319332"/>
            <a:ext cx="6602160" cy="12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 root node is blank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If the tree, looking for a first spot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Level order traversal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B062F94-BF5E-497C-CC0F-BB4514F0938D}"/>
              </a:ext>
            </a:extLst>
          </p:cNvPr>
          <p:cNvGrpSpPr/>
          <p:nvPr/>
        </p:nvGrpSpPr>
        <p:grpSpPr>
          <a:xfrm>
            <a:off x="6096000" y="1578384"/>
            <a:ext cx="4892840" cy="3489475"/>
            <a:chOff x="7644787" y="2975869"/>
            <a:chExt cx="4202548" cy="3018151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DBF92450-477E-2BCF-6FFD-5EE02A70BD76}"/>
                </a:ext>
              </a:extLst>
            </p:cNvPr>
            <p:cNvSpPr/>
            <p:nvPr/>
          </p:nvSpPr>
          <p:spPr>
            <a:xfrm>
              <a:off x="9615640" y="2975869"/>
              <a:ext cx="548640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N1</a:t>
              </a:r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8A2553BD-CE7C-90AC-B323-51F55CAEAF0A}"/>
                </a:ext>
              </a:extLst>
            </p:cNvPr>
            <p:cNvSpPr/>
            <p:nvPr/>
          </p:nvSpPr>
          <p:spPr>
            <a:xfrm>
              <a:off x="8840382" y="362904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N2</a:t>
              </a:r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711DC597-8DD6-0B18-D8DD-4A5756E8DC2F}"/>
                </a:ext>
              </a:extLst>
            </p:cNvPr>
            <p:cNvSpPr/>
            <p:nvPr/>
          </p:nvSpPr>
          <p:spPr>
            <a:xfrm>
              <a:off x="10686047" y="357396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N3</a:t>
              </a:r>
            </a:p>
          </p:txBody>
        </p:sp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D8258C5C-E618-EE80-ACC3-9735DB98C040}"/>
                </a:ext>
              </a:extLst>
            </p:cNvPr>
            <p:cNvSpPr/>
            <p:nvPr/>
          </p:nvSpPr>
          <p:spPr>
            <a:xfrm>
              <a:off x="10164839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N6</a:t>
              </a:r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10AC43FC-93E9-D323-5650-0AC59AD87F20}"/>
                </a:ext>
              </a:extLst>
            </p:cNvPr>
            <p:cNvSpPr/>
            <p:nvPr/>
          </p:nvSpPr>
          <p:spPr>
            <a:xfrm>
              <a:off x="11326127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N7</a:t>
              </a:r>
            </a:p>
          </p:txBody>
        </p:sp>
        <p:sp>
          <p:nvSpPr>
            <p:cNvPr id="26" name="Flowchart: Connector 25">
              <a:extLst>
                <a:ext uri="{FF2B5EF4-FFF2-40B4-BE49-F238E27FC236}">
                  <a16:creationId xmlns:a16="http://schemas.microsoft.com/office/drawing/2014/main" id="{BB01C824-F9BF-356E-1F21-143E5EFC1883}"/>
                </a:ext>
              </a:extLst>
            </p:cNvPr>
            <p:cNvSpPr/>
            <p:nvPr/>
          </p:nvSpPr>
          <p:spPr>
            <a:xfrm>
              <a:off x="9327283" y="455780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N5</a:t>
              </a:r>
            </a:p>
          </p:txBody>
        </p:sp>
        <p:sp>
          <p:nvSpPr>
            <p:cNvPr id="29" name="Flowchart: Connector 28">
              <a:extLst>
                <a:ext uri="{FF2B5EF4-FFF2-40B4-BE49-F238E27FC236}">
                  <a16:creationId xmlns:a16="http://schemas.microsoft.com/office/drawing/2014/main" id="{B519452F-894B-7159-0FB3-C4FF1C2824F5}"/>
                </a:ext>
              </a:extLst>
            </p:cNvPr>
            <p:cNvSpPr/>
            <p:nvPr/>
          </p:nvSpPr>
          <p:spPr>
            <a:xfrm>
              <a:off x="8165995" y="457541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N4</a:t>
              </a:r>
            </a:p>
          </p:txBody>
        </p:sp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90B412A4-CD12-12E8-70C7-035BAF7D7EF5}"/>
                </a:ext>
              </a:extLst>
            </p:cNvPr>
            <p:cNvSpPr/>
            <p:nvPr/>
          </p:nvSpPr>
          <p:spPr>
            <a:xfrm>
              <a:off x="8705511" y="5491100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N9</a:t>
              </a:r>
            </a:p>
          </p:txBody>
        </p:sp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F5825D65-E584-0B93-B7FC-C19826C1E6E7}"/>
                </a:ext>
              </a:extLst>
            </p:cNvPr>
            <p:cNvSpPr/>
            <p:nvPr/>
          </p:nvSpPr>
          <p:spPr>
            <a:xfrm>
              <a:off x="7644787" y="548167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N8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B791A0-B142-FA6F-BD82-BA54C4190FB8}"/>
                </a:ext>
              </a:extLst>
            </p:cNvPr>
            <p:cNvCxnSpPr>
              <a:cxnSpLocks/>
              <a:stCxn id="9" idx="3"/>
              <a:endCxn id="10" idx="7"/>
            </p:cNvCxnSpPr>
            <p:nvPr/>
          </p:nvCxnSpPr>
          <p:spPr>
            <a:xfrm flipH="1">
              <a:off x="9285261" y="3405138"/>
              <a:ext cx="410725" cy="2975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38D5BBC-6C16-6FED-AFF0-03126978C6B1}"/>
                </a:ext>
              </a:extLst>
            </p:cNvPr>
            <p:cNvCxnSpPr>
              <a:cxnSpLocks/>
            </p:cNvCxnSpPr>
            <p:nvPr/>
          </p:nvCxnSpPr>
          <p:spPr>
            <a:xfrm>
              <a:off x="10111981" y="3380767"/>
              <a:ext cx="574066" cy="30047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C61A130-A1EC-943A-0780-83BF6842FC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9999" y="4076342"/>
              <a:ext cx="371024" cy="4990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66CC44C-5078-1929-2952-D43EB3CBEBCC}"/>
                </a:ext>
              </a:extLst>
            </p:cNvPr>
            <p:cNvCxnSpPr>
              <a:cxnSpLocks/>
              <a:endCxn id="31" idx="7"/>
            </p:cNvCxnSpPr>
            <p:nvPr/>
          </p:nvCxnSpPr>
          <p:spPr>
            <a:xfrm flipH="1">
              <a:off x="8089666" y="5078337"/>
              <a:ext cx="239596" cy="47699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7A863F2-4C43-5A0B-5BAC-6B8A9D62F53C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>
              <a:off x="8542244" y="5074195"/>
              <a:ext cx="239596" cy="4905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8F000A8-45E5-982E-FBB7-5713AC5DA249}"/>
                </a:ext>
              </a:extLst>
            </p:cNvPr>
            <p:cNvCxnSpPr>
              <a:cxnSpLocks/>
            </p:cNvCxnSpPr>
            <p:nvPr/>
          </p:nvCxnSpPr>
          <p:spPr>
            <a:xfrm>
              <a:off x="9233888" y="4119595"/>
              <a:ext cx="202965" cy="4558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21C1F6E-180A-48DD-4F4D-C72850F973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37806" y="4044054"/>
              <a:ext cx="250344" cy="5064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B16CEEB-4AE6-D97F-C265-63A85D8386BD}"/>
                </a:ext>
              </a:extLst>
            </p:cNvPr>
            <p:cNvCxnSpPr>
              <a:cxnSpLocks/>
            </p:cNvCxnSpPr>
            <p:nvPr/>
          </p:nvCxnSpPr>
          <p:spPr>
            <a:xfrm>
              <a:off x="11106449" y="4055512"/>
              <a:ext cx="327679" cy="51990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99422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B6186-0646-4661-FE79-3C57A38FD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001344-1747-8075-B071-55037626BE21}"/>
              </a:ext>
            </a:extLst>
          </p:cNvPr>
          <p:cNvSpPr txBox="1"/>
          <p:nvPr/>
        </p:nvSpPr>
        <p:spPr>
          <a:xfrm>
            <a:off x="0" y="-30822"/>
            <a:ext cx="12192000" cy="1200329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600" dirty="0">
                <a:latin typeface="+mj-lt"/>
              </a:rPr>
              <a:t>Delete a node in Binary Tree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A20875-E134-5C5E-D3D2-45BA322E1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E53C13-C29B-A80E-4358-D49483A427BE}"/>
              </a:ext>
            </a:extLst>
          </p:cNvPr>
          <p:cNvSpPr txBox="1"/>
          <p:nvPr/>
        </p:nvSpPr>
        <p:spPr>
          <a:xfrm>
            <a:off x="845061" y="1429009"/>
            <a:ext cx="6602160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Level order traversal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D4F9096-AE6A-1CE3-FFED-C2ED0D158F6C}"/>
              </a:ext>
            </a:extLst>
          </p:cNvPr>
          <p:cNvGrpSpPr/>
          <p:nvPr/>
        </p:nvGrpSpPr>
        <p:grpSpPr>
          <a:xfrm>
            <a:off x="6096000" y="1578384"/>
            <a:ext cx="4892840" cy="3489475"/>
            <a:chOff x="7644787" y="2975869"/>
            <a:chExt cx="4202548" cy="3018151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D12BA26C-D454-49B8-538E-9C10480C9735}"/>
                </a:ext>
              </a:extLst>
            </p:cNvPr>
            <p:cNvSpPr/>
            <p:nvPr/>
          </p:nvSpPr>
          <p:spPr>
            <a:xfrm>
              <a:off x="9615640" y="2975869"/>
              <a:ext cx="548640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N1</a:t>
              </a:r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CFFE9EC8-B149-62DB-FFA2-D1D8AB378082}"/>
                </a:ext>
              </a:extLst>
            </p:cNvPr>
            <p:cNvSpPr/>
            <p:nvPr/>
          </p:nvSpPr>
          <p:spPr>
            <a:xfrm>
              <a:off x="8840382" y="362904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N2</a:t>
              </a:r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1BCDF13A-5E61-32BB-A5CE-EAC7D7EA95A5}"/>
                </a:ext>
              </a:extLst>
            </p:cNvPr>
            <p:cNvSpPr/>
            <p:nvPr/>
          </p:nvSpPr>
          <p:spPr>
            <a:xfrm>
              <a:off x="10686047" y="357396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N3</a:t>
              </a:r>
            </a:p>
          </p:txBody>
        </p:sp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B2384EE3-2031-1748-8CD5-471592146857}"/>
                </a:ext>
              </a:extLst>
            </p:cNvPr>
            <p:cNvSpPr/>
            <p:nvPr/>
          </p:nvSpPr>
          <p:spPr>
            <a:xfrm>
              <a:off x="10164839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N6</a:t>
              </a:r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840B8B5A-E2CB-B8FC-9E3E-EE1B514EF46B}"/>
                </a:ext>
              </a:extLst>
            </p:cNvPr>
            <p:cNvSpPr/>
            <p:nvPr/>
          </p:nvSpPr>
          <p:spPr>
            <a:xfrm>
              <a:off x="11326127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N7</a:t>
              </a:r>
            </a:p>
          </p:txBody>
        </p:sp>
        <p:sp>
          <p:nvSpPr>
            <p:cNvPr id="26" name="Flowchart: Connector 25">
              <a:extLst>
                <a:ext uri="{FF2B5EF4-FFF2-40B4-BE49-F238E27FC236}">
                  <a16:creationId xmlns:a16="http://schemas.microsoft.com/office/drawing/2014/main" id="{9081B584-4017-3807-DDF3-92BC87314080}"/>
                </a:ext>
              </a:extLst>
            </p:cNvPr>
            <p:cNvSpPr/>
            <p:nvPr/>
          </p:nvSpPr>
          <p:spPr>
            <a:xfrm>
              <a:off x="9327283" y="455780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N5</a:t>
              </a:r>
            </a:p>
          </p:txBody>
        </p:sp>
        <p:sp>
          <p:nvSpPr>
            <p:cNvPr id="29" name="Flowchart: Connector 28">
              <a:extLst>
                <a:ext uri="{FF2B5EF4-FFF2-40B4-BE49-F238E27FC236}">
                  <a16:creationId xmlns:a16="http://schemas.microsoft.com/office/drawing/2014/main" id="{AEF6464B-48B5-F858-AC15-9D5300506D96}"/>
                </a:ext>
              </a:extLst>
            </p:cNvPr>
            <p:cNvSpPr/>
            <p:nvPr/>
          </p:nvSpPr>
          <p:spPr>
            <a:xfrm>
              <a:off x="8165995" y="457541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N4</a:t>
              </a:r>
            </a:p>
          </p:txBody>
        </p:sp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D106F866-2068-29D3-2710-C4FA97839E38}"/>
                </a:ext>
              </a:extLst>
            </p:cNvPr>
            <p:cNvSpPr/>
            <p:nvPr/>
          </p:nvSpPr>
          <p:spPr>
            <a:xfrm>
              <a:off x="8705511" y="5491100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N9</a:t>
              </a:r>
            </a:p>
          </p:txBody>
        </p:sp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7B0DB289-19A6-5E36-BDEB-74AA8E0B8314}"/>
                </a:ext>
              </a:extLst>
            </p:cNvPr>
            <p:cNvSpPr/>
            <p:nvPr/>
          </p:nvSpPr>
          <p:spPr>
            <a:xfrm>
              <a:off x="7644787" y="548167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N8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1316E71-CBB2-BDFF-E63A-8E01FCF780B1}"/>
                </a:ext>
              </a:extLst>
            </p:cNvPr>
            <p:cNvCxnSpPr>
              <a:cxnSpLocks/>
              <a:stCxn id="9" idx="3"/>
              <a:endCxn id="10" idx="7"/>
            </p:cNvCxnSpPr>
            <p:nvPr/>
          </p:nvCxnSpPr>
          <p:spPr>
            <a:xfrm flipH="1">
              <a:off x="9285261" y="3405138"/>
              <a:ext cx="410725" cy="2975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AE122A1-834B-F9BA-390E-AFD5653875DF}"/>
                </a:ext>
              </a:extLst>
            </p:cNvPr>
            <p:cNvCxnSpPr>
              <a:cxnSpLocks/>
            </p:cNvCxnSpPr>
            <p:nvPr/>
          </p:nvCxnSpPr>
          <p:spPr>
            <a:xfrm>
              <a:off x="10111981" y="3380767"/>
              <a:ext cx="574066" cy="30047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BAD2FE9-4026-2501-2ADC-187B226B3E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9999" y="4076342"/>
              <a:ext cx="371024" cy="4990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63BEBA5-4EBE-47FB-847C-F50284932AF1}"/>
                </a:ext>
              </a:extLst>
            </p:cNvPr>
            <p:cNvCxnSpPr>
              <a:cxnSpLocks/>
              <a:endCxn id="31" idx="7"/>
            </p:cNvCxnSpPr>
            <p:nvPr/>
          </p:nvCxnSpPr>
          <p:spPr>
            <a:xfrm flipH="1">
              <a:off x="8089666" y="5078337"/>
              <a:ext cx="239596" cy="47699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E4B28AD-D1D8-E161-0E7A-1970CFA94BE0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>
              <a:off x="8542244" y="5074195"/>
              <a:ext cx="239596" cy="4905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9E05310-5578-3CD5-1568-0571BCC5E613}"/>
                </a:ext>
              </a:extLst>
            </p:cNvPr>
            <p:cNvCxnSpPr>
              <a:cxnSpLocks/>
            </p:cNvCxnSpPr>
            <p:nvPr/>
          </p:nvCxnSpPr>
          <p:spPr>
            <a:xfrm>
              <a:off x="9233888" y="4119595"/>
              <a:ext cx="202965" cy="4558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D15156B-62FD-0E37-59B0-DC112FCF75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37806" y="4044054"/>
              <a:ext cx="250344" cy="5064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FF02A66-E149-849A-5DE2-38C1B428EA46}"/>
                </a:ext>
              </a:extLst>
            </p:cNvPr>
            <p:cNvCxnSpPr>
              <a:cxnSpLocks/>
            </p:cNvCxnSpPr>
            <p:nvPr/>
          </p:nvCxnSpPr>
          <p:spPr>
            <a:xfrm>
              <a:off x="11106449" y="4055512"/>
              <a:ext cx="327679" cy="51990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341960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01744-39D1-9169-DCA8-5CFDB6789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F51F74-F73E-8726-7150-C76C3A544BA8}"/>
              </a:ext>
            </a:extLst>
          </p:cNvPr>
          <p:cNvSpPr txBox="1"/>
          <p:nvPr/>
        </p:nvSpPr>
        <p:spPr>
          <a:xfrm>
            <a:off x="0" y="-30822"/>
            <a:ext cx="12192000" cy="1200329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lvl="1"/>
            <a:r>
              <a:rPr lang="en-US" sz="3600" dirty="0">
                <a:latin typeface="+mj-lt"/>
              </a:rPr>
              <a:t>Delete entire Tree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C60206-F455-3AF1-4A1D-F5E054184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531" y="112142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B5C235-128C-BD1F-417C-2E5FF990B9DD}"/>
              </a:ext>
            </a:extLst>
          </p:cNvPr>
          <p:cNvSpPr txBox="1"/>
          <p:nvPr/>
        </p:nvSpPr>
        <p:spPr>
          <a:xfrm>
            <a:off x="707478" y="1523347"/>
            <a:ext cx="6602160" cy="12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rootNode = None</a:t>
            </a:r>
          </a:p>
          <a:p>
            <a:pPr>
              <a:lnSpc>
                <a:spcPct val="150000"/>
              </a:lnSpc>
            </a:pPr>
            <a:r>
              <a:rPr lang="en-US" dirty="0"/>
              <a:t>rootNode.leftChild = None</a:t>
            </a:r>
          </a:p>
          <a:p>
            <a:pPr>
              <a:lnSpc>
                <a:spcPct val="150000"/>
              </a:lnSpc>
            </a:pPr>
            <a:r>
              <a:rPr lang="en-US" dirty="0"/>
              <a:t>rootNode.rightChild = None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1703AE-4BCF-0856-2DA3-D8B525DA7AE0}"/>
              </a:ext>
            </a:extLst>
          </p:cNvPr>
          <p:cNvGrpSpPr/>
          <p:nvPr/>
        </p:nvGrpSpPr>
        <p:grpSpPr>
          <a:xfrm>
            <a:off x="5999747" y="1684262"/>
            <a:ext cx="4892840" cy="3489475"/>
            <a:chOff x="7644787" y="2975869"/>
            <a:chExt cx="4202548" cy="3018151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429A97B9-9AB7-603E-AE58-2347BBE48604}"/>
                </a:ext>
              </a:extLst>
            </p:cNvPr>
            <p:cNvSpPr/>
            <p:nvPr/>
          </p:nvSpPr>
          <p:spPr>
            <a:xfrm>
              <a:off x="9615640" y="2975869"/>
              <a:ext cx="548640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N1</a:t>
              </a:r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F5E078DE-4EFF-0DC2-BEA5-C3FAC492C8FE}"/>
                </a:ext>
              </a:extLst>
            </p:cNvPr>
            <p:cNvSpPr/>
            <p:nvPr/>
          </p:nvSpPr>
          <p:spPr>
            <a:xfrm>
              <a:off x="8840382" y="362904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N2</a:t>
              </a:r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DF591D18-A1D3-B552-BBE6-10C5A928484E}"/>
                </a:ext>
              </a:extLst>
            </p:cNvPr>
            <p:cNvSpPr/>
            <p:nvPr/>
          </p:nvSpPr>
          <p:spPr>
            <a:xfrm>
              <a:off x="10686047" y="3573968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N3</a:t>
              </a:r>
            </a:p>
          </p:txBody>
        </p:sp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87F09A99-DE33-8963-FABA-5647B09A61B6}"/>
                </a:ext>
              </a:extLst>
            </p:cNvPr>
            <p:cNvSpPr/>
            <p:nvPr/>
          </p:nvSpPr>
          <p:spPr>
            <a:xfrm>
              <a:off x="10164839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N6</a:t>
              </a:r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D157E037-1A29-2BEA-357D-4EE7117F756B}"/>
                </a:ext>
              </a:extLst>
            </p:cNvPr>
            <p:cNvSpPr/>
            <p:nvPr/>
          </p:nvSpPr>
          <p:spPr>
            <a:xfrm>
              <a:off x="11326127" y="451890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N7</a:t>
              </a:r>
            </a:p>
          </p:txBody>
        </p:sp>
        <p:sp>
          <p:nvSpPr>
            <p:cNvPr id="26" name="Flowchart: Connector 25">
              <a:extLst>
                <a:ext uri="{FF2B5EF4-FFF2-40B4-BE49-F238E27FC236}">
                  <a16:creationId xmlns:a16="http://schemas.microsoft.com/office/drawing/2014/main" id="{C6BC9A5E-5079-D443-1429-90E68F75C557}"/>
                </a:ext>
              </a:extLst>
            </p:cNvPr>
            <p:cNvSpPr/>
            <p:nvPr/>
          </p:nvSpPr>
          <p:spPr>
            <a:xfrm>
              <a:off x="9327283" y="455780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N5</a:t>
              </a:r>
            </a:p>
          </p:txBody>
        </p:sp>
        <p:sp>
          <p:nvSpPr>
            <p:cNvPr id="29" name="Flowchart: Connector 28">
              <a:extLst>
                <a:ext uri="{FF2B5EF4-FFF2-40B4-BE49-F238E27FC236}">
                  <a16:creationId xmlns:a16="http://schemas.microsoft.com/office/drawing/2014/main" id="{E9CE04E6-8596-A46E-552D-3A88D14E8DFB}"/>
                </a:ext>
              </a:extLst>
            </p:cNvPr>
            <p:cNvSpPr/>
            <p:nvPr/>
          </p:nvSpPr>
          <p:spPr>
            <a:xfrm>
              <a:off x="8165995" y="4575417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N4</a:t>
              </a:r>
            </a:p>
          </p:txBody>
        </p:sp>
        <p:sp>
          <p:nvSpPr>
            <p:cNvPr id="30" name="Flowchart: Connector 29">
              <a:extLst>
                <a:ext uri="{FF2B5EF4-FFF2-40B4-BE49-F238E27FC236}">
                  <a16:creationId xmlns:a16="http://schemas.microsoft.com/office/drawing/2014/main" id="{33187D37-A105-3C97-48B6-7C4D4505BF84}"/>
                </a:ext>
              </a:extLst>
            </p:cNvPr>
            <p:cNvSpPr/>
            <p:nvPr/>
          </p:nvSpPr>
          <p:spPr>
            <a:xfrm>
              <a:off x="8705511" y="5491100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N9</a:t>
              </a:r>
            </a:p>
          </p:txBody>
        </p:sp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50702368-41EB-CF77-02DB-BC37F0F2DEC3}"/>
                </a:ext>
              </a:extLst>
            </p:cNvPr>
            <p:cNvSpPr/>
            <p:nvPr/>
          </p:nvSpPr>
          <p:spPr>
            <a:xfrm>
              <a:off x="7644787" y="5481679"/>
              <a:ext cx="521208" cy="502920"/>
            </a:xfrm>
            <a:prstGeom prst="flowChartConnector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N8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C89B017-B76D-72B1-CCBE-0658B8604735}"/>
                </a:ext>
              </a:extLst>
            </p:cNvPr>
            <p:cNvCxnSpPr>
              <a:cxnSpLocks/>
              <a:stCxn id="9" idx="3"/>
              <a:endCxn id="10" idx="7"/>
            </p:cNvCxnSpPr>
            <p:nvPr/>
          </p:nvCxnSpPr>
          <p:spPr>
            <a:xfrm flipH="1">
              <a:off x="9285261" y="3405138"/>
              <a:ext cx="410725" cy="29756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9304C71-779E-B2B9-8492-402123071E12}"/>
                </a:ext>
              </a:extLst>
            </p:cNvPr>
            <p:cNvCxnSpPr>
              <a:cxnSpLocks/>
            </p:cNvCxnSpPr>
            <p:nvPr/>
          </p:nvCxnSpPr>
          <p:spPr>
            <a:xfrm>
              <a:off x="10111981" y="3380767"/>
              <a:ext cx="574066" cy="30047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B5F803D-AFFB-5A3A-7437-1BB704AB37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9999" y="4076342"/>
              <a:ext cx="371024" cy="4990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9568162-DF0C-3FEE-A447-4E254CCA2118}"/>
                </a:ext>
              </a:extLst>
            </p:cNvPr>
            <p:cNvCxnSpPr>
              <a:cxnSpLocks/>
              <a:endCxn id="31" idx="7"/>
            </p:cNvCxnSpPr>
            <p:nvPr/>
          </p:nvCxnSpPr>
          <p:spPr>
            <a:xfrm flipH="1">
              <a:off x="8089666" y="5078337"/>
              <a:ext cx="239596" cy="47699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F945EF1-7FD5-1CCA-E54B-221A94A87232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>
              <a:off x="8542244" y="5074195"/>
              <a:ext cx="239596" cy="49055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A4D971C-0ADC-98A2-E223-AC8DB4836429}"/>
                </a:ext>
              </a:extLst>
            </p:cNvPr>
            <p:cNvCxnSpPr>
              <a:cxnSpLocks/>
            </p:cNvCxnSpPr>
            <p:nvPr/>
          </p:nvCxnSpPr>
          <p:spPr>
            <a:xfrm>
              <a:off x="9233888" y="4119595"/>
              <a:ext cx="202965" cy="4558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54067EF-8D08-3CBA-D15F-07B51D3E3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37806" y="4044054"/>
              <a:ext cx="250344" cy="5064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6626EC4-3E10-64E8-3DA4-9EEFA7FB6F2E}"/>
                </a:ext>
              </a:extLst>
            </p:cNvPr>
            <p:cNvCxnSpPr>
              <a:cxnSpLocks/>
            </p:cNvCxnSpPr>
            <p:nvPr/>
          </p:nvCxnSpPr>
          <p:spPr>
            <a:xfrm>
              <a:off x="11106449" y="4055512"/>
              <a:ext cx="327679" cy="51990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74164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11626</TotalTime>
  <Words>1006</Words>
  <Application>Microsoft Office PowerPoint</Application>
  <PresentationFormat>Widescreen</PresentationFormat>
  <Paragraphs>356</Paragraphs>
  <Slides>22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Calisto MT</vt:lpstr>
      <vt:lpstr>Wingdings 2</vt:lpstr>
      <vt:lpstr>Slate</vt:lpstr>
      <vt:lpstr> Data Structures &amp;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 Thu Aung</dc:creator>
  <cp:lastModifiedBy>Si Thu Aung</cp:lastModifiedBy>
  <cp:revision>497</cp:revision>
  <dcterms:created xsi:type="dcterms:W3CDTF">2026-01-24T14:08:36Z</dcterms:created>
  <dcterms:modified xsi:type="dcterms:W3CDTF">2026-03-31T07:16:29Z</dcterms:modified>
</cp:coreProperties>
</file>